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68" r:id="rId4"/>
    <p:sldId id="270" r:id="rId5"/>
    <p:sldId id="269" r:id="rId6"/>
    <p:sldId id="264" r:id="rId7"/>
  </p:sldIdLst>
  <p:sldSz cx="21599525" cy="12239625"/>
  <p:notesSz cx="6858000" cy="9144000"/>
  <p:defaultTextStyle>
    <a:defPPr>
      <a:defRPr lang="en-US"/>
    </a:defPPr>
    <a:lvl1pPr marL="0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1pPr>
    <a:lvl2pPr marL="552938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2pPr>
    <a:lvl3pPr marL="1105875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3pPr>
    <a:lvl4pPr marL="1658813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4pPr>
    <a:lvl5pPr marL="2211751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5pPr>
    <a:lvl6pPr marL="2764688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6pPr>
    <a:lvl7pPr marL="3317626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7pPr>
    <a:lvl8pPr marL="3870564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8pPr>
    <a:lvl9pPr marL="4423501" algn="l" defTabSz="1105875" rtl="0" eaLnBrk="1" latinLnBrk="0" hangingPunct="1">
      <a:defRPr sz="217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E5E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769" autoAdjust="0"/>
  </p:normalViewPr>
  <p:slideViewPr>
    <p:cSldViewPr>
      <p:cViewPr varScale="1">
        <p:scale>
          <a:sx n="64" d="100"/>
          <a:sy n="64" d="100"/>
        </p:scale>
        <p:origin x="96" y="86"/>
      </p:cViewPr>
      <p:guideLst>
        <p:guide orient="horz" pos="2570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416ED-892F-4139-9991-C51D92A3ED0C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43000"/>
            <a:ext cx="544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571BE-E7BD-41BC-AAA8-9AC43E041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99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1pPr>
    <a:lvl2pPr marL="552938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2pPr>
    <a:lvl3pPr marL="1105875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3pPr>
    <a:lvl4pPr marL="1658813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4pPr>
    <a:lvl5pPr marL="2211751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5pPr>
    <a:lvl6pPr marL="2764688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6pPr>
    <a:lvl7pPr marL="3317626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7pPr>
    <a:lvl8pPr marL="3870564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8pPr>
    <a:lvl9pPr marL="4423501" algn="l" defTabSz="1105875" rtl="0" eaLnBrk="1" latinLnBrk="1" hangingPunct="1">
      <a:defRPr sz="145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6438" y="1143000"/>
            <a:ext cx="54451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571BE-E7BD-41BC-AAA8-9AC43E0417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48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6438" y="1143000"/>
            <a:ext cx="54451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571BE-E7BD-41BC-AAA8-9AC43E0417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9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718A-B469-17B0-01E9-1AEB9912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90E25A-816E-A107-0673-DF5DA678E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6438" y="1143000"/>
            <a:ext cx="54451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DD9DAE-452C-E46F-B358-39FD15FE1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185A6-3FC1-CC20-62D3-6F3DEB81D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571BE-E7BD-41BC-AAA8-9AC43E0417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2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534811"/>
            <a:ext cx="9179798" cy="17490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4" y="4623858"/>
            <a:ext cx="7559834" cy="20852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1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3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95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2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58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90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22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5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5243396"/>
            <a:ext cx="9179798" cy="1620617"/>
          </a:xfrm>
        </p:spPr>
        <p:txBody>
          <a:bodyPr anchor="t"/>
          <a:lstStyle>
            <a:lvl1pPr algn="l">
              <a:defRPr sz="3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3458451"/>
            <a:ext cx="9179798" cy="1784944"/>
          </a:xfrm>
        </p:spPr>
        <p:txBody>
          <a:bodyPr anchor="b"/>
          <a:lstStyle>
            <a:lvl1pPr marL="0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1pPr>
            <a:lvl2pPr marL="4317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63559" indent="0">
              <a:buNone/>
              <a:defRPr sz="1511">
                <a:solidFill>
                  <a:schemeClr val="tx1">
                    <a:tint val="75000"/>
                  </a:schemeClr>
                </a:solidFill>
              </a:defRPr>
            </a:lvl3pPr>
            <a:lvl4pPr marL="1295339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4pPr>
            <a:lvl5pPr marL="1727119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5pPr>
            <a:lvl6pPr marL="2158898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6pPr>
            <a:lvl7pPr marL="2590678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7pPr>
            <a:lvl8pPr marL="3022458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8pPr>
            <a:lvl9pPr marL="3454237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9" y="1903943"/>
            <a:ext cx="4769895" cy="5385058"/>
          </a:xfrm>
        </p:spPr>
        <p:txBody>
          <a:bodyPr/>
          <a:lstStyle>
            <a:lvl1pPr>
              <a:defRPr sz="2644"/>
            </a:lvl1pPr>
            <a:lvl2pPr>
              <a:defRPr sz="2267"/>
            </a:lvl2pPr>
            <a:lvl3pPr>
              <a:defRPr sz="1889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903943"/>
            <a:ext cx="4769895" cy="5385058"/>
          </a:xfrm>
        </p:spPr>
        <p:txBody>
          <a:bodyPr/>
          <a:lstStyle>
            <a:lvl1pPr>
              <a:defRPr sz="2644"/>
            </a:lvl1pPr>
            <a:lvl2pPr>
              <a:defRPr sz="2267"/>
            </a:lvl2pPr>
            <a:lvl3pPr>
              <a:defRPr sz="1889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826501"/>
            <a:ext cx="4771771" cy="761198"/>
          </a:xfrm>
        </p:spPr>
        <p:txBody>
          <a:bodyPr anchor="b"/>
          <a:lstStyle>
            <a:lvl1pPr marL="0" indent="0">
              <a:buNone/>
              <a:defRPr sz="2267" b="1"/>
            </a:lvl1pPr>
            <a:lvl2pPr marL="431780" indent="0">
              <a:buNone/>
              <a:defRPr sz="1889" b="1"/>
            </a:lvl2pPr>
            <a:lvl3pPr marL="863559" indent="0">
              <a:buNone/>
              <a:defRPr sz="1700" b="1"/>
            </a:lvl3pPr>
            <a:lvl4pPr marL="1295339" indent="0">
              <a:buNone/>
              <a:defRPr sz="1511" b="1"/>
            </a:lvl4pPr>
            <a:lvl5pPr marL="1727119" indent="0">
              <a:buNone/>
              <a:defRPr sz="1511" b="1"/>
            </a:lvl5pPr>
            <a:lvl6pPr marL="2158898" indent="0">
              <a:buNone/>
              <a:defRPr sz="1511" b="1"/>
            </a:lvl6pPr>
            <a:lvl7pPr marL="2590678" indent="0">
              <a:buNone/>
              <a:defRPr sz="1511" b="1"/>
            </a:lvl7pPr>
            <a:lvl8pPr marL="3022458" indent="0">
              <a:buNone/>
              <a:defRPr sz="1511" b="1"/>
            </a:lvl8pPr>
            <a:lvl9pPr marL="3454237" indent="0">
              <a:buNone/>
              <a:defRPr sz="15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587699"/>
            <a:ext cx="4771771" cy="4701301"/>
          </a:xfrm>
        </p:spPr>
        <p:txBody>
          <a:bodyPr/>
          <a:lstStyle>
            <a:lvl1pPr>
              <a:defRPr sz="2267"/>
            </a:lvl1pPr>
            <a:lvl2pPr>
              <a:defRPr sz="1889"/>
            </a:lvl2pPr>
            <a:lvl3pPr>
              <a:defRPr sz="1700"/>
            </a:lvl3pPr>
            <a:lvl4pPr>
              <a:defRPr sz="1511"/>
            </a:lvl4pPr>
            <a:lvl5pPr>
              <a:defRPr sz="1511"/>
            </a:lvl5pPr>
            <a:lvl6pPr>
              <a:defRPr sz="1511"/>
            </a:lvl6pPr>
            <a:lvl7pPr>
              <a:defRPr sz="1511"/>
            </a:lvl7pPr>
            <a:lvl8pPr>
              <a:defRPr sz="1511"/>
            </a:lvl8pPr>
            <a:lvl9pPr>
              <a:defRPr sz="15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1" y="1826501"/>
            <a:ext cx="4773645" cy="761198"/>
          </a:xfrm>
        </p:spPr>
        <p:txBody>
          <a:bodyPr anchor="b"/>
          <a:lstStyle>
            <a:lvl1pPr marL="0" indent="0">
              <a:buNone/>
              <a:defRPr sz="2267" b="1"/>
            </a:lvl1pPr>
            <a:lvl2pPr marL="431780" indent="0">
              <a:buNone/>
              <a:defRPr sz="1889" b="1"/>
            </a:lvl2pPr>
            <a:lvl3pPr marL="863559" indent="0">
              <a:buNone/>
              <a:defRPr sz="1700" b="1"/>
            </a:lvl3pPr>
            <a:lvl4pPr marL="1295339" indent="0">
              <a:buNone/>
              <a:defRPr sz="1511" b="1"/>
            </a:lvl4pPr>
            <a:lvl5pPr marL="1727119" indent="0">
              <a:buNone/>
              <a:defRPr sz="1511" b="1"/>
            </a:lvl5pPr>
            <a:lvl6pPr marL="2158898" indent="0">
              <a:buNone/>
              <a:defRPr sz="1511" b="1"/>
            </a:lvl6pPr>
            <a:lvl7pPr marL="2590678" indent="0">
              <a:buNone/>
              <a:defRPr sz="1511" b="1"/>
            </a:lvl7pPr>
            <a:lvl8pPr marL="3022458" indent="0">
              <a:buNone/>
              <a:defRPr sz="1511" b="1"/>
            </a:lvl8pPr>
            <a:lvl9pPr marL="3454237" indent="0">
              <a:buNone/>
              <a:defRPr sz="15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1" y="2587699"/>
            <a:ext cx="4773645" cy="4701301"/>
          </a:xfrm>
        </p:spPr>
        <p:txBody>
          <a:bodyPr/>
          <a:lstStyle>
            <a:lvl1pPr>
              <a:defRPr sz="2267"/>
            </a:lvl1pPr>
            <a:lvl2pPr>
              <a:defRPr sz="1889"/>
            </a:lvl2pPr>
            <a:lvl3pPr>
              <a:defRPr sz="1700"/>
            </a:lvl3pPr>
            <a:lvl4pPr>
              <a:defRPr sz="1511"/>
            </a:lvl4pPr>
            <a:lvl5pPr>
              <a:defRPr sz="1511"/>
            </a:lvl5pPr>
            <a:lvl6pPr>
              <a:defRPr sz="1511"/>
            </a:lvl6pPr>
            <a:lvl7pPr>
              <a:defRPr sz="1511"/>
            </a:lvl7pPr>
            <a:lvl8pPr>
              <a:defRPr sz="1511"/>
            </a:lvl8pPr>
            <a:lvl9pPr>
              <a:defRPr sz="15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90" y="324879"/>
            <a:ext cx="3553047" cy="1382625"/>
          </a:xfrm>
        </p:spPr>
        <p:txBody>
          <a:bodyPr anchor="b"/>
          <a:lstStyle>
            <a:lvl1pPr algn="l">
              <a:defRPr sz="1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8" y="324879"/>
            <a:ext cx="6037367" cy="6964121"/>
          </a:xfrm>
        </p:spPr>
        <p:txBody>
          <a:bodyPr/>
          <a:lstStyle>
            <a:lvl1pPr>
              <a:defRPr sz="3022"/>
            </a:lvl1pPr>
            <a:lvl2pPr>
              <a:defRPr sz="2644"/>
            </a:lvl2pPr>
            <a:lvl3pPr>
              <a:defRPr sz="2267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90" y="1707504"/>
            <a:ext cx="3553047" cy="5581496"/>
          </a:xfrm>
        </p:spPr>
        <p:txBody>
          <a:bodyPr/>
          <a:lstStyle>
            <a:lvl1pPr marL="0" indent="0">
              <a:buNone/>
              <a:defRPr sz="1322"/>
            </a:lvl1pPr>
            <a:lvl2pPr marL="431780" indent="0">
              <a:buNone/>
              <a:defRPr sz="1133"/>
            </a:lvl2pPr>
            <a:lvl3pPr marL="863559" indent="0">
              <a:buNone/>
              <a:defRPr sz="944"/>
            </a:lvl3pPr>
            <a:lvl4pPr marL="1295339" indent="0">
              <a:buNone/>
              <a:defRPr sz="850"/>
            </a:lvl4pPr>
            <a:lvl5pPr marL="1727119" indent="0">
              <a:buNone/>
              <a:defRPr sz="850"/>
            </a:lvl5pPr>
            <a:lvl6pPr marL="2158898" indent="0">
              <a:buNone/>
              <a:defRPr sz="850"/>
            </a:lvl6pPr>
            <a:lvl7pPr marL="2590678" indent="0">
              <a:buNone/>
              <a:defRPr sz="850"/>
            </a:lvl7pPr>
            <a:lvl8pPr marL="3022458" indent="0">
              <a:buNone/>
              <a:defRPr sz="850"/>
            </a:lvl8pPr>
            <a:lvl9pPr marL="3454237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5711825"/>
            <a:ext cx="6479858" cy="674313"/>
          </a:xfrm>
        </p:spPr>
        <p:txBody>
          <a:bodyPr anchor="b"/>
          <a:lstStyle>
            <a:lvl1pPr algn="l">
              <a:defRPr sz="1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729089"/>
            <a:ext cx="6479858" cy="4895850"/>
          </a:xfrm>
        </p:spPr>
        <p:txBody>
          <a:bodyPr/>
          <a:lstStyle>
            <a:lvl1pPr marL="0" indent="0">
              <a:buNone/>
              <a:defRPr sz="3022"/>
            </a:lvl1pPr>
            <a:lvl2pPr marL="431780" indent="0">
              <a:buNone/>
              <a:defRPr sz="2644"/>
            </a:lvl2pPr>
            <a:lvl3pPr marL="863559" indent="0">
              <a:buNone/>
              <a:defRPr sz="2267"/>
            </a:lvl3pPr>
            <a:lvl4pPr marL="1295339" indent="0">
              <a:buNone/>
              <a:defRPr sz="1889"/>
            </a:lvl4pPr>
            <a:lvl5pPr marL="1727119" indent="0">
              <a:buNone/>
              <a:defRPr sz="1889"/>
            </a:lvl5pPr>
            <a:lvl6pPr marL="2158898" indent="0">
              <a:buNone/>
              <a:defRPr sz="1889"/>
            </a:lvl6pPr>
            <a:lvl7pPr marL="2590678" indent="0">
              <a:buNone/>
              <a:defRPr sz="1889"/>
            </a:lvl7pPr>
            <a:lvl8pPr marL="3022458" indent="0">
              <a:buNone/>
              <a:defRPr sz="1889"/>
            </a:lvl8pPr>
            <a:lvl9pPr marL="3454237" indent="0">
              <a:buNone/>
              <a:defRPr sz="188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6386138"/>
            <a:ext cx="6479858" cy="957637"/>
          </a:xfrm>
        </p:spPr>
        <p:txBody>
          <a:bodyPr/>
          <a:lstStyle>
            <a:lvl1pPr marL="0" indent="0">
              <a:buNone/>
              <a:defRPr sz="1322"/>
            </a:lvl1pPr>
            <a:lvl2pPr marL="431780" indent="0">
              <a:buNone/>
              <a:defRPr sz="1133"/>
            </a:lvl2pPr>
            <a:lvl3pPr marL="863559" indent="0">
              <a:buNone/>
              <a:defRPr sz="944"/>
            </a:lvl3pPr>
            <a:lvl4pPr marL="1295339" indent="0">
              <a:buNone/>
              <a:defRPr sz="850"/>
            </a:lvl4pPr>
            <a:lvl5pPr marL="1727119" indent="0">
              <a:buNone/>
              <a:defRPr sz="850"/>
            </a:lvl5pPr>
            <a:lvl6pPr marL="2158898" indent="0">
              <a:buNone/>
              <a:defRPr sz="850"/>
            </a:lvl6pPr>
            <a:lvl7pPr marL="2590678" indent="0">
              <a:buNone/>
              <a:defRPr sz="850"/>
            </a:lvl7pPr>
            <a:lvl8pPr marL="3022458" indent="0">
              <a:buNone/>
              <a:defRPr sz="850"/>
            </a:lvl8pPr>
            <a:lvl9pPr marL="3454237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9" y="326770"/>
            <a:ext cx="2429947" cy="69622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326770"/>
            <a:ext cx="7109844" cy="69622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8" y="326769"/>
            <a:ext cx="9719786" cy="1359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903943"/>
            <a:ext cx="9719786" cy="53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989" y="7562880"/>
            <a:ext cx="2519945" cy="43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20" y="7562880"/>
            <a:ext cx="3419925" cy="43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9831" y="7562880"/>
            <a:ext cx="2519945" cy="43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63559" rtl="0" eaLnBrk="1" latinLnBrk="0" hangingPunct="1">
        <a:spcBef>
          <a:spcPct val="0"/>
        </a:spcBef>
        <a:buNone/>
        <a:defRPr sz="4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835" indent="-323835" algn="l" defTabSz="863559" rtl="0" eaLnBrk="1" latinLnBrk="0" hangingPunct="1">
        <a:spcBef>
          <a:spcPct val="20000"/>
        </a:spcBef>
        <a:buFont typeface="Arial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1pPr>
      <a:lvl2pPr marL="701642" indent="-269862" algn="l" defTabSz="863559" rtl="0" eaLnBrk="1" latinLnBrk="0" hangingPunct="1">
        <a:spcBef>
          <a:spcPct val="20000"/>
        </a:spcBef>
        <a:buFont typeface="Arial" pitchFamily="34" charset="0"/>
        <a:buChar char="–"/>
        <a:defRPr sz="2644" kern="1200">
          <a:solidFill>
            <a:schemeClr val="tx1"/>
          </a:solidFill>
          <a:latin typeface="+mn-lt"/>
          <a:ea typeface="+mn-ea"/>
          <a:cs typeface="+mn-cs"/>
        </a:defRPr>
      </a:lvl2pPr>
      <a:lvl3pPr marL="1079449" indent="-215890" algn="l" defTabSz="863559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indent="-215890" algn="l" defTabSz="863559" rtl="0" eaLnBrk="1" latinLnBrk="0" hangingPunct="1">
        <a:spcBef>
          <a:spcPct val="20000"/>
        </a:spcBef>
        <a:buFont typeface="Arial" pitchFamily="34" charset="0"/>
        <a:buChar char="–"/>
        <a:defRPr sz="1889" kern="1200">
          <a:solidFill>
            <a:schemeClr val="tx1"/>
          </a:solidFill>
          <a:latin typeface="+mn-lt"/>
          <a:ea typeface="+mn-ea"/>
          <a:cs typeface="+mn-cs"/>
        </a:defRPr>
      </a:lvl4pPr>
      <a:lvl5pPr marL="1943009" indent="-215890" algn="l" defTabSz="863559" rtl="0" eaLnBrk="1" latinLnBrk="0" hangingPunct="1">
        <a:spcBef>
          <a:spcPct val="20000"/>
        </a:spcBef>
        <a:buFont typeface="Arial" pitchFamily="34" charset="0"/>
        <a:buChar char="»"/>
        <a:defRPr sz="1889" kern="1200">
          <a:solidFill>
            <a:schemeClr val="tx1"/>
          </a:solidFill>
          <a:latin typeface="+mn-lt"/>
          <a:ea typeface="+mn-ea"/>
          <a:cs typeface="+mn-cs"/>
        </a:defRPr>
      </a:lvl5pPr>
      <a:lvl6pPr marL="2374788" indent="-215890" algn="l" defTabSz="863559" rtl="0" eaLnBrk="1" latinLnBrk="0" hangingPunct="1">
        <a:spcBef>
          <a:spcPct val="20000"/>
        </a:spcBef>
        <a:buFont typeface="Arial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2806568" indent="-215890" algn="l" defTabSz="863559" rtl="0" eaLnBrk="1" latinLnBrk="0" hangingPunct="1">
        <a:spcBef>
          <a:spcPct val="20000"/>
        </a:spcBef>
        <a:buFont typeface="Arial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238348" indent="-215890" algn="l" defTabSz="863559" rtl="0" eaLnBrk="1" latinLnBrk="0" hangingPunct="1">
        <a:spcBef>
          <a:spcPct val="20000"/>
        </a:spcBef>
        <a:buFont typeface="Arial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3670127" indent="-215890" algn="l" defTabSz="863559" rtl="0" eaLnBrk="1" latinLnBrk="0" hangingPunct="1">
        <a:spcBef>
          <a:spcPct val="20000"/>
        </a:spcBef>
        <a:buFont typeface="Arial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780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559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5339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119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8898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0678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2458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237" algn="l" defTabSz="86355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9263241" y="-2028062093"/>
            <a:ext cx="2028062092" cy="2028062092"/>
            <a:chOff x="2147483647" y="-2147483648"/>
            <a:chExt cx="2147483647" cy="2147483647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-5400000">
            <a:off x="11711287" y="1526205"/>
            <a:ext cx="5409183" cy="248270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4421875" y="7055325"/>
            <a:ext cx="5361208" cy="248270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5861126" y="2989442"/>
            <a:ext cx="2482707" cy="248270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0506" y="5616074"/>
            <a:ext cx="2482707" cy="248270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8279" y="9490057"/>
            <a:ext cx="17271004" cy="148722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291673" y="3960937"/>
            <a:ext cx="5037376" cy="7196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400" spc="-94" dirty="0">
                <a:solidFill>
                  <a:srgbClr val="595959"/>
                </a:solidFill>
                <a:latin typeface="S-Core Dream 5 Medium"/>
              </a:rPr>
              <a:t>데이터베이스</a:t>
            </a:r>
            <a:endParaRPr lang="en-US" sz="3400" spc="-94" dirty="0">
              <a:solidFill>
                <a:srgbClr val="595959"/>
              </a:solidFill>
              <a:latin typeface="S-Core Dream 5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55691" y="4416699"/>
            <a:ext cx="9127246" cy="17390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7555" spc="-378" dirty="0">
                <a:solidFill>
                  <a:srgbClr val="164F36"/>
                </a:solidFill>
                <a:latin typeface="S-Core Dream 7 ExtraBold"/>
              </a:rPr>
              <a:t>ER</a:t>
            </a:r>
            <a:r>
              <a:rPr lang="ko-KR" altLang="en-US" sz="7555" spc="-378" dirty="0">
                <a:solidFill>
                  <a:srgbClr val="164F36"/>
                </a:solidFill>
                <a:latin typeface="S-Core Dream 7 ExtraBold"/>
              </a:rPr>
              <a:t> 다이어그램 설계</a:t>
            </a:r>
            <a:endParaRPr lang="en-US" sz="7555" spc="-378" dirty="0">
              <a:solidFill>
                <a:srgbClr val="164F36"/>
              </a:solidFill>
              <a:latin typeface="S-Core Dream 7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88453" y="9556022"/>
            <a:ext cx="3749789" cy="123535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1889" spc="472" dirty="0">
                <a:solidFill>
                  <a:srgbClr val="FFFFFF"/>
                </a:solidFill>
                <a:ea typeface="S-Core Dream 3 Light"/>
              </a:rPr>
              <a:t>학과</a:t>
            </a:r>
            <a:r>
              <a:rPr lang="en-US" altLang="ko-KR" sz="1889" spc="472" dirty="0">
                <a:solidFill>
                  <a:srgbClr val="FFFFFF"/>
                </a:solidFill>
                <a:ea typeface="S-Core Dream 3 Light"/>
              </a:rPr>
              <a:t>: </a:t>
            </a:r>
            <a:r>
              <a:rPr lang="ko-KR" altLang="en-US" sz="1889" spc="472" dirty="0">
                <a:solidFill>
                  <a:srgbClr val="FFFFFF"/>
                </a:solidFill>
                <a:ea typeface="S-Core Dream 3 Light"/>
              </a:rPr>
              <a:t>컴퓨터공학과</a:t>
            </a:r>
            <a:endParaRPr lang="en-US" altLang="ko-KR" sz="1889" spc="472" dirty="0">
              <a:solidFill>
                <a:srgbClr val="FFFFFF"/>
              </a:solidFill>
              <a:ea typeface="S-Core Dream 3 Light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1889" spc="472" dirty="0">
                <a:solidFill>
                  <a:srgbClr val="FFFFFF"/>
                </a:solidFill>
                <a:ea typeface="S-Core Dream 3 Light"/>
              </a:rPr>
              <a:t>학년</a:t>
            </a:r>
            <a:r>
              <a:rPr lang="en-US" altLang="ko-KR" sz="1889" spc="472" dirty="0">
                <a:solidFill>
                  <a:srgbClr val="FFFFFF"/>
                </a:solidFill>
                <a:ea typeface="S-Core Dream 3 Light"/>
              </a:rPr>
              <a:t>: 3</a:t>
            </a:r>
            <a:r>
              <a:rPr lang="ko-KR" altLang="en-US" sz="1889" spc="472" dirty="0">
                <a:solidFill>
                  <a:srgbClr val="FFFFFF"/>
                </a:solidFill>
                <a:ea typeface="S-Core Dream 3 Light"/>
              </a:rPr>
              <a:t>학년</a:t>
            </a:r>
            <a:endParaRPr lang="en-US" altLang="ko-KR" sz="1889" spc="472" dirty="0">
              <a:solidFill>
                <a:srgbClr val="FFFFFF"/>
              </a:solidFill>
              <a:ea typeface="S-Core Dream 3 Light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1889" spc="472" dirty="0">
                <a:solidFill>
                  <a:srgbClr val="FFFFFF"/>
                </a:solidFill>
                <a:ea typeface="S-Core Dream 5 Medium"/>
              </a:rPr>
              <a:t>학번</a:t>
            </a:r>
            <a:r>
              <a:rPr lang="en-US" altLang="ko-KR" sz="1889" spc="472" dirty="0">
                <a:solidFill>
                  <a:srgbClr val="FFFFFF"/>
                </a:solidFill>
                <a:ea typeface="S-Core Dream 5 Medium"/>
              </a:rPr>
              <a:t>: 20204077</a:t>
            </a:r>
          </a:p>
          <a:p>
            <a:pPr lvl="0" algn="l">
              <a:lnSpc>
                <a:spcPct val="124499"/>
              </a:lnSpc>
            </a:pPr>
            <a:r>
              <a:rPr lang="ko-KR" altLang="en-US" sz="1889" spc="472" dirty="0">
                <a:solidFill>
                  <a:srgbClr val="FFFFFF"/>
                </a:solidFill>
                <a:ea typeface="S-Core Dream 5 Medium"/>
              </a:rPr>
              <a:t>이름</a:t>
            </a:r>
            <a:r>
              <a:rPr lang="en-US" altLang="ko-KR" sz="1889" spc="472" dirty="0">
                <a:solidFill>
                  <a:srgbClr val="FFFFFF"/>
                </a:solidFill>
                <a:ea typeface="S-Core Dream 5 Medium"/>
              </a:rPr>
              <a:t>: </a:t>
            </a:r>
            <a:r>
              <a:rPr lang="ko-KR" altLang="en-US" sz="1889" spc="472" dirty="0">
                <a:solidFill>
                  <a:srgbClr val="FFFFFF"/>
                </a:solidFill>
                <a:ea typeface="S-Core Dream 5 Medium"/>
              </a:rPr>
              <a:t>유동균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6925780" y="10257657"/>
            <a:ext cx="6836439" cy="2398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0241" y="6191775"/>
            <a:ext cx="9487059" cy="9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839" y="1262342"/>
            <a:ext cx="1103425" cy="971494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171735" y="2221842"/>
            <a:ext cx="695638" cy="5637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533" spc="-94" dirty="0">
                <a:solidFill>
                  <a:srgbClr val="164F36"/>
                </a:solidFill>
                <a:latin typeface="S-Core Dream 3 Light"/>
              </a:rPr>
              <a:t>01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266" y="2965455"/>
            <a:ext cx="6080833" cy="23988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883885" y="3013430"/>
            <a:ext cx="13456991" cy="7400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endParaRPr lang="en-US" altLang="ko-KR" sz="3778" dirty="0"/>
          </a:p>
          <a:p>
            <a:pPr lvl="0" algn="l">
              <a:lnSpc>
                <a:spcPct val="107899"/>
              </a:lnSpc>
            </a:pPr>
            <a:endParaRPr lang="en-US" altLang="ko-KR" sz="3022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필요한 내용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개체</a:t>
            </a:r>
            <a:endParaRPr lang="en-US" altLang="ko-KR" sz="2644" dirty="0"/>
          </a:p>
          <a:p>
            <a:pPr marL="539725" indent="-539725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2644" dirty="0"/>
              <a:t>관리자</a:t>
            </a:r>
            <a:r>
              <a:rPr lang="en-US" altLang="ko-KR" sz="2644" dirty="0"/>
              <a:t>, </a:t>
            </a:r>
            <a:r>
              <a:rPr lang="ko-KR" altLang="en-US" sz="2644" dirty="0"/>
              <a:t>회원</a:t>
            </a:r>
            <a:r>
              <a:rPr lang="en-US" altLang="ko-KR" sz="2644" dirty="0"/>
              <a:t>(</a:t>
            </a:r>
            <a:r>
              <a:rPr lang="ko-KR" altLang="en-US" sz="2644" dirty="0"/>
              <a:t>고객</a:t>
            </a:r>
            <a:r>
              <a:rPr lang="en-US" altLang="ko-KR" sz="2644" dirty="0"/>
              <a:t>), </a:t>
            </a:r>
            <a:r>
              <a:rPr lang="ko-KR" altLang="en-US" sz="2644" dirty="0"/>
              <a:t>영화</a:t>
            </a:r>
            <a:r>
              <a:rPr lang="en-US" altLang="ko-KR" sz="2644" dirty="0"/>
              <a:t>, </a:t>
            </a:r>
            <a:r>
              <a:rPr lang="ko-KR" altLang="en-US" sz="2644" dirty="0"/>
              <a:t>상영관</a:t>
            </a:r>
            <a:r>
              <a:rPr lang="en-US" altLang="ko-KR" sz="2644" dirty="0"/>
              <a:t>(</a:t>
            </a:r>
            <a:r>
              <a:rPr lang="ko-KR" altLang="en-US" sz="2644" dirty="0"/>
              <a:t>극장</a:t>
            </a:r>
            <a:r>
              <a:rPr lang="en-US" altLang="ko-KR" sz="2644" dirty="0"/>
              <a:t>)                      </a:t>
            </a:r>
          </a:p>
          <a:p>
            <a:pPr lvl="0" algn="l">
              <a:lnSpc>
                <a:spcPct val="107899"/>
              </a:lnSpc>
            </a:pP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관리자 </a:t>
            </a:r>
            <a:r>
              <a:rPr lang="en-US" altLang="ko-KR" sz="2644" dirty="0"/>
              <a:t>=&gt; </a:t>
            </a:r>
            <a:r>
              <a:rPr lang="ko-KR" altLang="en-US" sz="2644" dirty="0"/>
              <a:t>영화를 등록함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회원 </a:t>
            </a:r>
            <a:r>
              <a:rPr lang="en-US" altLang="ko-KR" sz="2644" dirty="0"/>
              <a:t>=&gt; </a:t>
            </a:r>
            <a:r>
              <a:rPr lang="ko-KR" altLang="en-US" sz="2644" dirty="0"/>
              <a:t>영화를 예약</a:t>
            </a:r>
            <a:r>
              <a:rPr lang="en-US" altLang="ko-KR" sz="2644" dirty="0"/>
              <a:t>, </a:t>
            </a:r>
            <a:r>
              <a:rPr lang="ko-KR" altLang="en-US" sz="2644" dirty="0"/>
              <a:t>수정</a:t>
            </a:r>
            <a:r>
              <a:rPr lang="en-US" altLang="ko-KR" sz="2644" dirty="0"/>
              <a:t>, </a:t>
            </a:r>
            <a:r>
              <a:rPr lang="ko-KR" altLang="en-US" sz="2644" dirty="0"/>
              <a:t>취소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영화 </a:t>
            </a:r>
            <a:r>
              <a:rPr lang="en-US" altLang="ko-KR" sz="2644" dirty="0"/>
              <a:t>=&gt; </a:t>
            </a:r>
            <a:r>
              <a:rPr lang="ko-KR" altLang="en-US" sz="2644" dirty="0"/>
              <a:t>지정된 좌석 </a:t>
            </a:r>
            <a:r>
              <a:rPr lang="en-US" altLang="ko-KR" sz="2644" dirty="0"/>
              <a:t>/ </a:t>
            </a:r>
            <a:r>
              <a:rPr lang="ko-KR" altLang="en-US" sz="2644" dirty="0"/>
              <a:t>복수의 좌석을 가짐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영화 </a:t>
            </a:r>
            <a:r>
              <a:rPr lang="en-US" altLang="ko-KR" sz="2644" dirty="0"/>
              <a:t>=&gt; </a:t>
            </a:r>
            <a:r>
              <a:rPr lang="ko-KR" altLang="en-US" sz="2644" dirty="0"/>
              <a:t>고객에게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2644" dirty="0"/>
              <a:t>속성</a:t>
            </a:r>
            <a:r>
              <a:rPr lang="en-US" altLang="ko-KR" sz="2644" dirty="0"/>
              <a:t>: </a:t>
            </a:r>
            <a:r>
              <a:rPr lang="ko-KR" altLang="en-US" sz="2644" dirty="0"/>
              <a:t>고유번호</a:t>
            </a:r>
            <a:r>
              <a:rPr lang="en-US" altLang="ko-KR" sz="2644" dirty="0"/>
              <a:t>/ </a:t>
            </a:r>
            <a:r>
              <a:rPr lang="ko-KR" altLang="en-US" sz="2644" dirty="0"/>
              <a:t>영화제목</a:t>
            </a:r>
            <a:r>
              <a:rPr lang="en-US" altLang="ko-KR" sz="2644" dirty="0"/>
              <a:t>/ </a:t>
            </a:r>
            <a:r>
              <a:rPr lang="ko-KR" altLang="en-US" sz="2644" dirty="0"/>
              <a:t>장르</a:t>
            </a:r>
            <a:r>
              <a:rPr lang="en-US" altLang="ko-KR" sz="2644" dirty="0"/>
              <a:t>/ </a:t>
            </a:r>
            <a:r>
              <a:rPr lang="ko-KR" altLang="en-US" sz="2644" dirty="0"/>
              <a:t>감독</a:t>
            </a:r>
            <a:r>
              <a:rPr lang="en-US" altLang="ko-KR" sz="2644" dirty="0"/>
              <a:t>/ </a:t>
            </a:r>
            <a:r>
              <a:rPr lang="ko-KR" altLang="en-US" sz="2644" dirty="0"/>
              <a:t>주연배우</a:t>
            </a:r>
            <a:r>
              <a:rPr lang="en-US" altLang="ko-KR" sz="2644" dirty="0"/>
              <a:t>/ </a:t>
            </a:r>
            <a:r>
              <a:rPr lang="ko-KR" altLang="en-US" sz="2644" dirty="0"/>
              <a:t>포스터</a:t>
            </a:r>
            <a:endParaRPr lang="en-US" altLang="ko-KR" sz="2644" dirty="0"/>
          </a:p>
          <a:p>
            <a:pPr lvl="0" algn="l">
              <a:lnSpc>
                <a:spcPct val="107899"/>
              </a:lnSpc>
            </a:pPr>
            <a:endParaRPr lang="en-US" altLang="ko-KR" sz="2644" dirty="0"/>
          </a:p>
          <a:p>
            <a:pPr lvl="0" algn="l">
              <a:lnSpc>
                <a:spcPct val="107899"/>
              </a:lnSpc>
            </a:pPr>
            <a:r>
              <a:rPr lang="ko-KR" altLang="en-US" sz="3022" dirty="0"/>
              <a:t>극장은 </a:t>
            </a:r>
            <a:r>
              <a:rPr lang="en-US" altLang="ko-KR" sz="3022" dirty="0"/>
              <a:t>1</a:t>
            </a:r>
            <a:r>
              <a:rPr lang="ko-KR" altLang="en-US" sz="3022" dirty="0"/>
              <a:t>관</a:t>
            </a:r>
            <a:r>
              <a:rPr lang="en-US" altLang="ko-KR" sz="3022" dirty="0"/>
              <a:t>, 2</a:t>
            </a:r>
            <a:r>
              <a:rPr lang="ko-KR" altLang="en-US" sz="3022" dirty="0"/>
              <a:t>관 </a:t>
            </a:r>
            <a:r>
              <a:rPr lang="en-US" altLang="ko-KR" sz="3022" dirty="0"/>
              <a:t>3</a:t>
            </a:r>
            <a:r>
              <a:rPr lang="ko-KR" altLang="en-US" sz="3022" dirty="0"/>
              <a:t>관 존재</a:t>
            </a:r>
            <a:endParaRPr lang="en-US" altLang="ko-KR" sz="3022" dirty="0"/>
          </a:p>
          <a:p>
            <a:pPr lvl="0" algn="l">
              <a:lnSpc>
                <a:spcPct val="107899"/>
              </a:lnSpc>
            </a:pPr>
            <a:r>
              <a:rPr lang="en-US" altLang="ko-KR" sz="3022" dirty="0"/>
              <a:t>1</a:t>
            </a:r>
            <a:r>
              <a:rPr lang="ko-KR" altLang="en-US" sz="3022" dirty="0"/>
              <a:t>관 </a:t>
            </a:r>
            <a:r>
              <a:rPr lang="en-US" altLang="ko-KR" sz="3022" dirty="0"/>
              <a:t>=&gt; 2D</a:t>
            </a:r>
            <a:r>
              <a:rPr lang="ko-KR" altLang="en-US" sz="3022" dirty="0"/>
              <a:t> </a:t>
            </a:r>
            <a:r>
              <a:rPr lang="en-US" altLang="ko-KR" sz="3022" dirty="0"/>
              <a:t>/ 2</a:t>
            </a:r>
            <a:r>
              <a:rPr lang="ko-KR" altLang="en-US" sz="3022" dirty="0"/>
              <a:t>관 </a:t>
            </a:r>
            <a:r>
              <a:rPr lang="en-US" altLang="ko-KR" sz="3022" dirty="0"/>
              <a:t>=&gt; 3D / 3</a:t>
            </a:r>
            <a:r>
              <a:rPr lang="ko-KR" altLang="en-US" sz="3022" dirty="0"/>
              <a:t>관 </a:t>
            </a:r>
            <a:r>
              <a:rPr lang="en-US" altLang="ko-KR" sz="3022" dirty="0"/>
              <a:t>X-Screen </a:t>
            </a:r>
          </a:p>
          <a:p>
            <a:pPr lvl="0" algn="l">
              <a:lnSpc>
                <a:spcPct val="107899"/>
              </a:lnSpc>
            </a:pPr>
            <a:r>
              <a:rPr lang="en-US" altLang="ko-KR" sz="3022" dirty="0"/>
              <a:t>1</a:t>
            </a:r>
            <a:r>
              <a:rPr lang="ko-KR" altLang="en-US" sz="3022" dirty="0"/>
              <a:t>관 </a:t>
            </a:r>
            <a:r>
              <a:rPr lang="en-US" altLang="ko-KR" sz="3022" dirty="0"/>
              <a:t>A</a:t>
            </a:r>
            <a:r>
              <a:rPr lang="ko-KR" altLang="en-US" sz="3022" dirty="0"/>
              <a:t>열 </a:t>
            </a:r>
            <a:r>
              <a:rPr lang="en-US" altLang="ko-KR" sz="3022" dirty="0"/>
              <a:t>B</a:t>
            </a:r>
            <a:r>
              <a:rPr lang="ko-KR" altLang="en-US" sz="3022" dirty="0"/>
              <a:t>열 </a:t>
            </a:r>
            <a:r>
              <a:rPr lang="en-US" altLang="ko-KR" sz="3022" dirty="0"/>
              <a:t>2</a:t>
            </a:r>
            <a:r>
              <a:rPr lang="ko-KR" altLang="en-US" sz="3022" dirty="0"/>
              <a:t>개</a:t>
            </a:r>
            <a:endParaRPr lang="en-US" altLang="ko-KR" sz="3022" dirty="0"/>
          </a:p>
        </p:txBody>
      </p:sp>
      <p:grpSp>
        <p:nvGrpSpPr>
          <p:cNvPr id="16" name="Group 16"/>
          <p:cNvGrpSpPr/>
          <p:nvPr/>
        </p:nvGrpSpPr>
        <p:grpSpPr>
          <a:xfrm>
            <a:off x="2029263241" y="2028062092"/>
            <a:ext cx="2028062092" cy="2028062092"/>
            <a:chOff x="2147483647" y="2147483647"/>
            <a:chExt cx="2147483647" cy="2147483647"/>
          </a:xfrm>
        </p:grpSpPr>
      </p:grpSp>
      <p:grpSp>
        <p:nvGrpSpPr>
          <p:cNvPr id="20" name="Group 20"/>
          <p:cNvGrpSpPr/>
          <p:nvPr/>
        </p:nvGrpSpPr>
        <p:grpSpPr>
          <a:xfrm>
            <a:off x="2029263241" y="2028062092"/>
            <a:ext cx="2028062092" cy="2028062092"/>
            <a:chOff x="2147483647" y="2147483647"/>
            <a:chExt cx="2147483647" cy="2147483647"/>
          </a:xfrm>
        </p:grpSpPr>
      </p:grpSp>
      <p:sp>
        <p:nvSpPr>
          <p:cNvPr id="24" name="TextBox 24"/>
          <p:cNvSpPr txBox="1"/>
          <p:nvPr/>
        </p:nvSpPr>
        <p:spPr>
          <a:xfrm>
            <a:off x="3879367" y="2101905"/>
            <a:ext cx="7136283" cy="79158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5666" spc="-189" dirty="0">
                <a:solidFill>
                  <a:srgbClr val="164F36"/>
                </a:solidFill>
                <a:ea typeface="S-Core Dream 7 ExtraBold"/>
              </a:rPr>
              <a:t>요구사항 및 규격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6925780" y="10257657"/>
            <a:ext cx="6836439" cy="23988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8595702" y="9861863"/>
            <a:ext cx="575700" cy="3957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sz="2056" spc="-189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7DE3A-8DC0-B96A-5975-50A5EE44136E}"/>
              </a:ext>
            </a:extLst>
          </p:cNvPr>
          <p:cNvSpPr txBox="1"/>
          <p:nvPr/>
        </p:nvSpPr>
        <p:spPr>
          <a:xfrm>
            <a:off x="18643677" y="1730099"/>
            <a:ext cx="431775" cy="561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89" dirty="0">
                <a:solidFill>
                  <a:schemeClr val="bg1"/>
                </a:solidFill>
              </a:rPr>
              <a:t>컴퓨터공학과</a:t>
            </a:r>
            <a:endParaRPr lang="en-US" altLang="ko-KR" sz="1889" dirty="0">
              <a:solidFill>
                <a:schemeClr val="bg1"/>
              </a:solidFill>
            </a:endParaRPr>
          </a:p>
          <a:p>
            <a:endParaRPr lang="en-US" altLang="ko-KR" sz="1889" dirty="0">
              <a:solidFill>
                <a:schemeClr val="bg1"/>
              </a:solidFill>
            </a:endParaRPr>
          </a:p>
          <a:p>
            <a:r>
              <a:rPr lang="en-US" altLang="ko-KR" sz="1889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1889" dirty="0">
                <a:solidFill>
                  <a:schemeClr val="bg1"/>
                </a:solidFill>
              </a:rPr>
              <a:t>7</a:t>
            </a:r>
          </a:p>
          <a:p>
            <a:endParaRPr lang="en-US" altLang="ko-KR" sz="1889" dirty="0">
              <a:solidFill>
                <a:schemeClr val="bg1"/>
              </a:solidFill>
            </a:endParaRPr>
          </a:p>
          <a:p>
            <a:r>
              <a:rPr lang="ko-KR" altLang="en-US" sz="1889" dirty="0">
                <a:solidFill>
                  <a:schemeClr val="bg1"/>
                </a:solidFill>
              </a:rPr>
              <a:t>유동균</a:t>
            </a:r>
            <a:endParaRPr lang="en-US" altLang="ko-KR" sz="1889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B2555-FCE8-DE9A-0DD8-71E16F8A1487}"/>
              </a:ext>
            </a:extLst>
          </p:cNvPr>
          <p:cNvSpPr txBox="1"/>
          <p:nvPr/>
        </p:nvSpPr>
        <p:spPr>
          <a:xfrm>
            <a:off x="11027644" y="2759707"/>
            <a:ext cx="5757001" cy="1116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56" dirty="0"/>
              <a:t>극장 </a:t>
            </a:r>
            <a:r>
              <a:rPr lang="en-US" altLang="ko-KR" sz="2056" dirty="0"/>
              <a:t>/ </a:t>
            </a:r>
            <a:r>
              <a:rPr lang="ko-KR" altLang="en-US" sz="2056" dirty="0"/>
              <a:t>영화시간표 </a:t>
            </a:r>
            <a:r>
              <a:rPr lang="en-US" altLang="ko-KR" sz="2056" dirty="0"/>
              <a:t>/ </a:t>
            </a:r>
            <a:r>
              <a:rPr lang="ko-KR" altLang="en-US" sz="2056" dirty="0"/>
              <a:t>상영관 </a:t>
            </a:r>
            <a:r>
              <a:rPr lang="en-US" altLang="ko-KR" sz="2056" dirty="0"/>
              <a:t>/ </a:t>
            </a:r>
            <a:r>
              <a:rPr lang="ko-KR" altLang="en-US" sz="2056" dirty="0"/>
              <a:t>회원 </a:t>
            </a:r>
            <a:r>
              <a:rPr lang="en-US" altLang="ko-KR" sz="2056" dirty="0"/>
              <a:t>/ </a:t>
            </a:r>
            <a:r>
              <a:rPr lang="ko-KR" altLang="en-US" sz="2056" dirty="0"/>
              <a:t>관리자 </a:t>
            </a:r>
            <a:r>
              <a:rPr lang="en-US" altLang="ko-KR" sz="2056" dirty="0"/>
              <a:t>/</a:t>
            </a:r>
            <a:r>
              <a:rPr lang="ko-KR" altLang="en-US" sz="2056" dirty="0"/>
              <a:t>영화 </a:t>
            </a:r>
            <a:r>
              <a:rPr lang="en-US" altLang="ko-KR" sz="2056" dirty="0"/>
              <a:t>/ </a:t>
            </a:r>
            <a:r>
              <a:rPr lang="ko-KR" altLang="en-US" sz="2056" dirty="0"/>
              <a:t>예약</a:t>
            </a:r>
            <a:endParaRPr lang="en-US" altLang="ko-KR" sz="2056" dirty="0"/>
          </a:p>
          <a:p>
            <a:pPr marL="323835" indent="-323835">
              <a:buAutoNum type="arabicPlain" startAt="3"/>
            </a:pPr>
            <a:r>
              <a:rPr lang="en-US" altLang="ko-KR" sz="2056" dirty="0"/>
              <a:t>1                          2       </a:t>
            </a:r>
          </a:p>
          <a:p>
            <a:pPr marL="323835" indent="-323835">
              <a:buAutoNum type="arabicPlain" startAt="3"/>
            </a:pPr>
            <a:r>
              <a:rPr lang="en-US" altLang="ko-KR" sz="2056" dirty="0"/>
              <a:t>     </a:t>
            </a:r>
          </a:p>
          <a:p>
            <a:r>
              <a:rPr lang="ko-KR" altLang="en-US" sz="2056" dirty="0"/>
              <a:t>관리자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</a:t>
            </a:r>
            <a:r>
              <a:rPr lang="ko-KR" altLang="en-US" sz="2056" dirty="0"/>
              <a:t>영화</a:t>
            </a:r>
            <a:endParaRPr lang="en-US" altLang="ko-KR" sz="2056" dirty="0"/>
          </a:p>
          <a:p>
            <a:r>
              <a:rPr lang="ko-KR" altLang="en-US" sz="2056" dirty="0"/>
              <a:t> </a:t>
            </a:r>
            <a:r>
              <a:rPr lang="en-US" altLang="ko-KR" sz="2056" dirty="0"/>
              <a:t>|  </a:t>
            </a:r>
            <a:r>
              <a:rPr lang="ko-KR" altLang="en-US" sz="2056" dirty="0"/>
              <a:t>결정</a:t>
            </a:r>
            <a:endParaRPr lang="en-US" altLang="ko-KR" sz="2056" dirty="0"/>
          </a:p>
          <a:p>
            <a:r>
              <a:rPr lang="ko-KR" altLang="en-US" sz="2056" dirty="0"/>
              <a:t>상영관 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고객 </a:t>
            </a:r>
            <a:r>
              <a:rPr lang="en-US" altLang="ko-KR" sz="2056" dirty="0"/>
              <a:t>=&gt; </a:t>
            </a:r>
            <a:r>
              <a:rPr lang="ko-KR" altLang="en-US" sz="2056" dirty="0"/>
              <a:t>조회</a:t>
            </a:r>
            <a:r>
              <a:rPr lang="en-US" altLang="ko-KR" sz="2056" dirty="0"/>
              <a:t>, </a:t>
            </a:r>
            <a:r>
              <a:rPr lang="ko-KR" altLang="en-US" sz="2056" dirty="0"/>
              <a:t>예약 </a:t>
            </a:r>
            <a:r>
              <a:rPr lang="en-US" altLang="ko-KR" sz="2056" dirty="0"/>
              <a:t>=&gt; </a:t>
            </a:r>
            <a:r>
              <a:rPr lang="ko-KR" altLang="en-US" sz="2056" dirty="0"/>
              <a:t>영화  </a:t>
            </a:r>
            <a:endParaRPr lang="en-US" altLang="ko-KR" sz="2056" dirty="0"/>
          </a:p>
          <a:p>
            <a:r>
              <a:rPr lang="en-US" altLang="ko-KR" sz="2056" dirty="0"/>
              <a:t> | </a:t>
            </a:r>
            <a:r>
              <a:rPr lang="ko-KR" altLang="en-US" sz="2056" dirty="0"/>
              <a:t>수정</a:t>
            </a:r>
            <a:endParaRPr lang="en-US" altLang="ko-KR" sz="2056" dirty="0"/>
          </a:p>
          <a:p>
            <a:r>
              <a:rPr lang="ko-KR" altLang="en-US" sz="2056" dirty="0"/>
              <a:t>예약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영화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</a:t>
            </a:r>
            <a:r>
              <a:rPr lang="ko-KR" altLang="en-US" sz="2056" dirty="0"/>
              <a:t>고객</a:t>
            </a:r>
            <a:endParaRPr lang="en-US" altLang="ko-KR" sz="2056" dirty="0"/>
          </a:p>
          <a:p>
            <a:r>
              <a:rPr lang="en-US" altLang="ko-KR" sz="2056" dirty="0"/>
              <a:t>| </a:t>
            </a:r>
            <a:r>
              <a:rPr lang="ko-KR" altLang="en-US" sz="2056" dirty="0"/>
              <a:t>정보제공</a:t>
            </a:r>
            <a:endParaRPr lang="en-US" altLang="ko-KR" sz="2056" dirty="0"/>
          </a:p>
          <a:p>
            <a:r>
              <a:rPr lang="ko-KR" altLang="en-US" sz="2056" dirty="0"/>
              <a:t>고객</a:t>
            </a:r>
            <a:r>
              <a:rPr lang="en-US" altLang="ko-KR" sz="2056" dirty="0"/>
              <a:t> </a:t>
            </a:r>
          </a:p>
          <a:p>
            <a:endParaRPr lang="en-US" altLang="ko-KR" sz="2056" dirty="0"/>
          </a:p>
          <a:p>
            <a:r>
              <a:rPr lang="ko-KR" altLang="en-US" sz="2056" dirty="0"/>
              <a:t>극장 </a:t>
            </a:r>
            <a:r>
              <a:rPr lang="en-US" altLang="ko-KR" sz="2056" dirty="0"/>
              <a:t>=&gt; </a:t>
            </a:r>
            <a:r>
              <a:rPr lang="ko-KR" altLang="en-US" sz="2056" dirty="0"/>
              <a:t>속함</a:t>
            </a:r>
            <a:r>
              <a:rPr lang="en-US" altLang="ko-KR" sz="2056" dirty="0"/>
              <a:t>, </a:t>
            </a:r>
            <a:r>
              <a:rPr lang="ko-KR" altLang="en-US" sz="2056" dirty="0"/>
              <a:t>가짐 </a:t>
            </a:r>
            <a:r>
              <a:rPr lang="en-US" altLang="ko-KR" sz="2056" dirty="0"/>
              <a:t>=&gt; </a:t>
            </a:r>
            <a:r>
              <a:rPr lang="ko-KR" altLang="en-US" sz="2056" dirty="0"/>
              <a:t>상영관</a:t>
            </a:r>
            <a:endParaRPr lang="en-US" altLang="ko-KR" sz="2056" dirty="0"/>
          </a:p>
          <a:p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관리자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 </a:t>
            </a:r>
            <a:r>
              <a:rPr lang="ko-KR" altLang="en-US" sz="2056" dirty="0"/>
              <a:t>영화 </a:t>
            </a:r>
            <a:r>
              <a:rPr lang="en-US" altLang="ko-KR" sz="2056" dirty="0"/>
              <a:t>=&gt;</a:t>
            </a:r>
            <a:r>
              <a:rPr lang="ko-KR" altLang="en-US" sz="2056" dirty="0"/>
              <a:t> 등록</a:t>
            </a:r>
            <a:r>
              <a:rPr lang="en-US" altLang="ko-KR" sz="2056" dirty="0"/>
              <a:t> </a:t>
            </a:r>
            <a:r>
              <a:rPr lang="ko-KR" altLang="en-US" sz="2056" dirty="0"/>
              <a:t> </a:t>
            </a:r>
            <a:r>
              <a:rPr lang="en-US" altLang="ko-KR" sz="2056" dirty="0"/>
              <a:t>=&gt; </a:t>
            </a:r>
            <a:r>
              <a:rPr lang="ko-KR" altLang="en-US" sz="2056" dirty="0"/>
              <a:t>극장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극장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</a:t>
            </a:r>
            <a:r>
              <a:rPr lang="ko-KR" altLang="en-US" sz="2056" dirty="0"/>
              <a:t>영화시간표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 err="1"/>
              <a:t>ㅡㅡㅡㅡㅡㅡㅡㅡㅡㅡㅡㅡㅡㅡㅡㅡㅡㅡㅡㅡㅡㅡㅡㅡ</a:t>
            </a:r>
            <a:endParaRPr lang="en-US" altLang="ko-KR" sz="2056" dirty="0"/>
          </a:p>
          <a:p>
            <a:r>
              <a:rPr lang="ko-KR" altLang="en-US" sz="2056" dirty="0"/>
              <a:t> </a:t>
            </a:r>
            <a:r>
              <a:rPr lang="en-US" altLang="ko-KR" sz="2056" dirty="0"/>
              <a:t>X </a:t>
            </a:r>
            <a:r>
              <a:rPr lang="ko-KR" altLang="en-US" sz="2056" dirty="0"/>
              <a:t>관리자 </a:t>
            </a:r>
            <a:r>
              <a:rPr lang="en-US" altLang="ko-KR" sz="2056" dirty="0"/>
              <a:t>=&gt; </a:t>
            </a:r>
            <a:r>
              <a:rPr lang="ko-KR" altLang="en-US" sz="2056" dirty="0"/>
              <a:t>배급 </a:t>
            </a:r>
            <a:r>
              <a:rPr lang="en-US" altLang="ko-KR" sz="2056" dirty="0"/>
              <a:t>=&gt; </a:t>
            </a:r>
            <a:r>
              <a:rPr lang="ko-KR" altLang="en-US" sz="2056" dirty="0"/>
              <a:t>극장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</a:t>
            </a:r>
            <a:r>
              <a:rPr lang="ko-KR" altLang="en-US" sz="2056" dirty="0"/>
              <a:t>상영관 </a:t>
            </a:r>
            <a:r>
              <a:rPr lang="en-US" altLang="ko-KR" sz="2056" dirty="0"/>
              <a:t>=&gt; </a:t>
            </a:r>
            <a:r>
              <a:rPr lang="ko-KR" altLang="en-US" sz="2056" dirty="0"/>
              <a:t>등록 </a:t>
            </a:r>
            <a:r>
              <a:rPr lang="en-US" altLang="ko-KR" sz="2056" dirty="0"/>
              <a:t>=&gt; </a:t>
            </a:r>
            <a:r>
              <a:rPr lang="ko-KR" altLang="en-US" sz="2056" dirty="0"/>
              <a:t>영화 시간표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회원 </a:t>
            </a:r>
            <a:r>
              <a:rPr lang="en-US" altLang="ko-KR" sz="2056" dirty="0"/>
              <a:t>=&gt; </a:t>
            </a:r>
            <a:r>
              <a:rPr lang="ko-KR" altLang="en-US" sz="2056" dirty="0"/>
              <a:t>관리 </a:t>
            </a:r>
            <a:r>
              <a:rPr lang="en-US" altLang="ko-KR" sz="2056" dirty="0"/>
              <a:t>=&gt; </a:t>
            </a:r>
            <a:r>
              <a:rPr lang="ko-KR" altLang="en-US" sz="2056" dirty="0"/>
              <a:t> 관리자</a:t>
            </a:r>
            <a:endParaRPr lang="en-US" altLang="ko-KR" sz="2056" dirty="0"/>
          </a:p>
          <a:p>
            <a:r>
              <a:rPr lang="en-US" altLang="ko-KR" sz="2056" dirty="0"/>
              <a:t>| </a:t>
            </a:r>
            <a:r>
              <a:rPr lang="ko-KR" altLang="en-US" sz="2056" dirty="0"/>
              <a:t>선택</a:t>
            </a:r>
            <a:endParaRPr lang="en-US" altLang="ko-KR" sz="2056" dirty="0"/>
          </a:p>
          <a:p>
            <a:r>
              <a:rPr lang="ko-KR" altLang="en-US" sz="2056" dirty="0"/>
              <a:t>영화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회원 </a:t>
            </a:r>
            <a:r>
              <a:rPr lang="en-US" altLang="ko-KR" sz="2056" dirty="0"/>
              <a:t>=&gt; </a:t>
            </a:r>
            <a:r>
              <a:rPr lang="ko-KR" altLang="en-US" sz="2056" dirty="0"/>
              <a:t>관리 </a:t>
            </a:r>
            <a:r>
              <a:rPr lang="en-US" altLang="ko-KR" sz="2056" dirty="0"/>
              <a:t>=&gt; </a:t>
            </a:r>
            <a:r>
              <a:rPr lang="ko-KR" altLang="en-US" sz="2056" dirty="0"/>
              <a:t>예약</a:t>
            </a:r>
            <a:endParaRPr lang="en-US" altLang="ko-KR" sz="2056" dirty="0"/>
          </a:p>
          <a:p>
            <a:endParaRPr lang="en-US" altLang="ko-KR" sz="2056" dirty="0"/>
          </a:p>
          <a:p>
            <a:r>
              <a:rPr lang="ko-KR" altLang="en-US" sz="2056" dirty="0"/>
              <a:t>관리자 </a:t>
            </a:r>
            <a:r>
              <a:rPr lang="en-US" altLang="ko-KR" sz="2056" dirty="0"/>
              <a:t>=&gt; </a:t>
            </a:r>
            <a:r>
              <a:rPr lang="ko-KR" altLang="en-US" sz="2056" dirty="0"/>
              <a:t>관리 </a:t>
            </a:r>
            <a:r>
              <a:rPr lang="en-US" altLang="ko-KR" sz="2056" dirty="0"/>
              <a:t>=&gt; </a:t>
            </a:r>
            <a:r>
              <a:rPr lang="ko-KR" altLang="en-US" sz="2056" dirty="0"/>
              <a:t>회원</a:t>
            </a:r>
            <a:endParaRPr lang="en-US" altLang="ko-KR" sz="2056" dirty="0"/>
          </a:p>
        </p:txBody>
      </p:sp>
    </p:spTree>
    <p:extLst>
      <p:ext uri="{BB962C8B-B14F-4D97-AF65-F5344CB8AC3E}">
        <p14:creationId xmlns:p14="http://schemas.microsoft.com/office/powerpoint/2010/main" val="243830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674330-02CF-E5B1-EE6B-09735D5210CC}"/>
              </a:ext>
            </a:extLst>
          </p:cNvPr>
          <p:cNvSpPr txBox="1"/>
          <p:nvPr/>
        </p:nvSpPr>
        <p:spPr>
          <a:xfrm>
            <a:off x="14390980" y="1298392"/>
            <a:ext cx="2511569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극장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B59AC-66C8-9234-A65E-C3C152E962BC}"/>
              </a:ext>
            </a:extLst>
          </p:cNvPr>
          <p:cNvSpPr txBox="1"/>
          <p:nvPr/>
        </p:nvSpPr>
        <p:spPr>
          <a:xfrm>
            <a:off x="15821795" y="641038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상영관 번호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30A1708-0358-EEFE-8B66-E715816086E6}"/>
              </a:ext>
            </a:extLst>
          </p:cNvPr>
          <p:cNvSpPr/>
          <p:nvPr/>
        </p:nvSpPr>
        <p:spPr>
          <a:xfrm>
            <a:off x="15854640" y="6145969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4468AE-7044-5359-9785-48BC74CB7C98}"/>
              </a:ext>
            </a:extLst>
          </p:cNvPr>
          <p:cNvSpPr txBox="1"/>
          <p:nvPr/>
        </p:nvSpPr>
        <p:spPr>
          <a:xfrm>
            <a:off x="17562389" y="550549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상영관 형태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87C18A5-AE42-8218-E9A2-0A735E8B9E46}"/>
              </a:ext>
            </a:extLst>
          </p:cNvPr>
          <p:cNvSpPr/>
          <p:nvPr/>
        </p:nvSpPr>
        <p:spPr>
          <a:xfrm>
            <a:off x="17562389" y="5213230"/>
            <a:ext cx="1942988" cy="11422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496754-7A70-0A28-E470-C59C3B7DE57C}"/>
              </a:ext>
            </a:extLst>
          </p:cNvPr>
          <p:cNvSpPr txBox="1"/>
          <p:nvPr/>
        </p:nvSpPr>
        <p:spPr>
          <a:xfrm>
            <a:off x="17369457" y="2688562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좌석배열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FE4B74C-605E-02AD-CEE5-D938FADFD277}"/>
              </a:ext>
            </a:extLst>
          </p:cNvPr>
          <p:cNvSpPr/>
          <p:nvPr/>
        </p:nvSpPr>
        <p:spPr>
          <a:xfrm>
            <a:off x="17369457" y="2396298"/>
            <a:ext cx="1942988" cy="11422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CB5025-3485-BC7B-7BEA-CDBB9C60AAA5}"/>
              </a:ext>
            </a:extLst>
          </p:cNvPr>
          <p:cNvSpPr txBox="1"/>
          <p:nvPr/>
        </p:nvSpPr>
        <p:spPr>
          <a:xfrm>
            <a:off x="8652997" y="5646659"/>
            <a:ext cx="2511569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관리자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76AEE1-4B01-7228-BA16-13739D319C15}"/>
              </a:ext>
            </a:extLst>
          </p:cNvPr>
          <p:cNvSpPr txBox="1"/>
          <p:nvPr/>
        </p:nvSpPr>
        <p:spPr>
          <a:xfrm>
            <a:off x="8043456" y="3875456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영화</a:t>
            </a:r>
            <a:endParaRPr lang="en-US" altLang="ko-KR" sz="3022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7B1698-D2A0-8CEC-FEBD-8A43AAFEBB7F}"/>
              </a:ext>
            </a:extLst>
          </p:cNvPr>
          <p:cNvSpPr txBox="1"/>
          <p:nvPr/>
        </p:nvSpPr>
        <p:spPr>
          <a:xfrm>
            <a:off x="15054746" y="4055265"/>
            <a:ext cx="2296525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상영관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FCFDB80-4FAB-798B-E802-2A8EEC24DE3E}"/>
              </a:ext>
            </a:extLst>
          </p:cNvPr>
          <p:cNvCxnSpPr>
            <a:cxnSpLocks/>
            <a:stCxn id="61" idx="0"/>
            <a:endCxn id="5" idx="2"/>
          </p:cNvCxnSpPr>
          <p:nvPr/>
        </p:nvCxnSpPr>
        <p:spPr>
          <a:xfrm flipH="1" flipV="1">
            <a:off x="15646765" y="1855789"/>
            <a:ext cx="568132" cy="3966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>
            <a:extLst>
              <a:ext uri="{FF2B5EF4-FFF2-40B4-BE49-F238E27FC236}">
                <a16:creationId xmlns:a16="http://schemas.microsoft.com/office/drawing/2014/main" id="{AFC74FBE-CAA6-8EE3-F0F2-A68E421A08FA}"/>
              </a:ext>
            </a:extLst>
          </p:cNvPr>
          <p:cNvSpPr/>
          <p:nvPr/>
        </p:nvSpPr>
        <p:spPr>
          <a:xfrm>
            <a:off x="15424945" y="2252412"/>
            <a:ext cx="1579904" cy="114228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956C15-922B-9224-5B4A-58F182C12AE2}"/>
              </a:ext>
            </a:extLst>
          </p:cNvPr>
          <p:cNvSpPr txBox="1"/>
          <p:nvPr/>
        </p:nvSpPr>
        <p:spPr>
          <a:xfrm>
            <a:off x="2319309" y="3829121"/>
            <a:ext cx="2636655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영화 시간표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1F1BC1-94D3-E4A4-DC88-BB728070F475}"/>
              </a:ext>
            </a:extLst>
          </p:cNvPr>
          <p:cNvSpPr txBox="1"/>
          <p:nvPr/>
        </p:nvSpPr>
        <p:spPr>
          <a:xfrm>
            <a:off x="15599389" y="2454653"/>
            <a:ext cx="1207236" cy="9061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  <a:r>
              <a:rPr lang="en-US" altLang="ko-KR" sz="2644" dirty="0"/>
              <a:t>, </a:t>
            </a:r>
            <a:r>
              <a:rPr lang="ko-KR" altLang="en-US" sz="2644" dirty="0"/>
              <a:t>속함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FB4DB1E0-1C97-979D-5AD3-F849D6DADFEE}"/>
              </a:ext>
            </a:extLst>
          </p:cNvPr>
          <p:cNvCxnSpPr>
            <a:cxnSpLocks/>
            <a:stCxn id="42" idx="2"/>
            <a:endCxn id="17" idx="0"/>
          </p:cNvCxnSpPr>
          <p:nvPr/>
        </p:nvCxnSpPr>
        <p:spPr>
          <a:xfrm>
            <a:off x="16203009" y="4612662"/>
            <a:ext cx="590282" cy="15333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89E5E41-47E8-DB86-67B3-2CFF93F877DC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16203009" y="4612662"/>
            <a:ext cx="2444005" cy="36681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CE6F4FCE-15DD-BEB7-3FA7-3BDDB35A87CA}"/>
              </a:ext>
            </a:extLst>
          </p:cNvPr>
          <p:cNvCxnSpPr>
            <a:cxnSpLocks/>
            <a:stCxn id="42" idx="0"/>
            <a:endCxn id="34" idx="3"/>
          </p:cNvCxnSpPr>
          <p:nvPr/>
        </p:nvCxnSpPr>
        <p:spPr>
          <a:xfrm flipV="1">
            <a:off x="16203009" y="3371301"/>
            <a:ext cx="1450992" cy="68396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F9EC4E90-0C2A-7542-7944-26390E8B700C}"/>
              </a:ext>
            </a:extLst>
          </p:cNvPr>
          <p:cNvCxnSpPr>
            <a:cxnSpLocks/>
            <a:stCxn id="100" idx="4"/>
            <a:endCxn id="74" idx="0"/>
          </p:cNvCxnSpPr>
          <p:nvPr/>
        </p:nvCxnSpPr>
        <p:spPr>
          <a:xfrm>
            <a:off x="2925018" y="2362002"/>
            <a:ext cx="712619" cy="14671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B315FC5-0393-0D83-064D-7A955E8DD656}"/>
              </a:ext>
            </a:extLst>
          </p:cNvPr>
          <p:cNvCxnSpPr>
            <a:cxnSpLocks/>
            <a:stCxn id="140" idx="3"/>
            <a:endCxn id="74" idx="0"/>
          </p:cNvCxnSpPr>
          <p:nvPr/>
        </p:nvCxnSpPr>
        <p:spPr>
          <a:xfrm flipH="1">
            <a:off x="3637637" y="2892083"/>
            <a:ext cx="1030981" cy="937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EF72B94F-FEDC-09F4-D18F-E33FC2C2CB76}"/>
              </a:ext>
            </a:extLst>
          </p:cNvPr>
          <p:cNvSpPr/>
          <p:nvPr/>
        </p:nvSpPr>
        <p:spPr>
          <a:xfrm>
            <a:off x="2212400" y="1409570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C6E7809-AA02-FC94-A563-166490C52DF0}"/>
              </a:ext>
            </a:extLst>
          </p:cNvPr>
          <p:cNvSpPr txBox="1"/>
          <p:nvPr/>
        </p:nvSpPr>
        <p:spPr>
          <a:xfrm>
            <a:off x="2177685" y="1657229"/>
            <a:ext cx="1425237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영화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7BDE90-3140-2A89-EA77-FB991CBA11AA}"/>
              </a:ext>
            </a:extLst>
          </p:cNvPr>
          <p:cNvSpPr txBox="1"/>
          <p:nvPr/>
        </p:nvSpPr>
        <p:spPr>
          <a:xfrm>
            <a:off x="3409489" y="153214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상영관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B36B0E9-BA7E-2F51-E0D8-C72EBB7CC0D9}"/>
              </a:ext>
            </a:extLst>
          </p:cNvPr>
          <p:cNvSpPr txBox="1"/>
          <p:nvPr/>
        </p:nvSpPr>
        <p:spPr>
          <a:xfrm>
            <a:off x="4200800" y="231964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시간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ED042FB8-3B71-88BB-5E01-E66BDAE82FBE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3637637" y="2202463"/>
            <a:ext cx="712617" cy="16266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581EF66-AAFC-C73E-7870-A578D69661FB}"/>
              </a:ext>
            </a:extLst>
          </p:cNvPr>
          <p:cNvSpPr txBox="1"/>
          <p:nvPr/>
        </p:nvSpPr>
        <p:spPr>
          <a:xfrm>
            <a:off x="5626036" y="194789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요금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A6A753-A0DA-0A1D-B0CB-3773407FB69C}"/>
              </a:ext>
            </a:extLst>
          </p:cNvPr>
          <p:cNvSpPr txBox="1"/>
          <p:nvPr/>
        </p:nvSpPr>
        <p:spPr>
          <a:xfrm>
            <a:off x="3368075" y="8639195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예약 좌석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B3F004-80D1-DEC0-FF51-E414557CDCE1}"/>
              </a:ext>
            </a:extLst>
          </p:cNvPr>
          <p:cNvSpPr txBox="1"/>
          <p:nvPr/>
        </p:nvSpPr>
        <p:spPr>
          <a:xfrm>
            <a:off x="13380600" y="8232180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회원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F4612FCF-DF05-07D2-394A-67A1F161827A}"/>
              </a:ext>
            </a:extLst>
          </p:cNvPr>
          <p:cNvSpPr/>
          <p:nvPr/>
        </p:nvSpPr>
        <p:spPr>
          <a:xfrm>
            <a:off x="3651717" y="1268385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72CE8EE6-1644-C09C-D27C-D22534EDEA33}"/>
              </a:ext>
            </a:extLst>
          </p:cNvPr>
          <p:cNvSpPr/>
          <p:nvPr/>
        </p:nvSpPr>
        <p:spPr>
          <a:xfrm>
            <a:off x="5899214" y="1726608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E2F6866E-9868-EA32-5D47-8982B2C41C8E}"/>
              </a:ext>
            </a:extLst>
          </p:cNvPr>
          <p:cNvSpPr/>
          <p:nvPr/>
        </p:nvSpPr>
        <p:spPr>
          <a:xfrm>
            <a:off x="4459897" y="2079131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1263172-9341-E9CF-0D50-D163B28CA332}"/>
              </a:ext>
            </a:extLst>
          </p:cNvPr>
          <p:cNvCxnSpPr>
            <a:cxnSpLocks/>
            <a:stCxn id="132" idx="4"/>
            <a:endCxn id="74" idx="0"/>
          </p:cNvCxnSpPr>
          <p:nvPr/>
        </p:nvCxnSpPr>
        <p:spPr>
          <a:xfrm flipH="1">
            <a:off x="3637637" y="2679040"/>
            <a:ext cx="2974195" cy="11500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25122C03-D897-E5DD-6B8A-12272D9FEAE9}"/>
              </a:ext>
            </a:extLst>
          </p:cNvPr>
          <p:cNvCxnSpPr>
            <a:cxnSpLocks/>
            <a:stCxn id="124" idx="2"/>
            <a:endCxn id="179" idx="0"/>
          </p:cNvCxnSpPr>
          <p:nvPr/>
        </p:nvCxnSpPr>
        <p:spPr>
          <a:xfrm flipH="1">
            <a:off x="3201098" y="9196592"/>
            <a:ext cx="1629556" cy="7075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D7CE2586-0D4F-D8B3-86AC-08A591638F13}"/>
              </a:ext>
            </a:extLst>
          </p:cNvPr>
          <p:cNvSpPr txBox="1"/>
          <p:nvPr/>
        </p:nvSpPr>
        <p:spPr>
          <a:xfrm>
            <a:off x="2229601" y="1016853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예약번호</a:t>
            </a:r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665E53C7-7D08-C13E-C230-F7A7BC7D64B2}"/>
              </a:ext>
            </a:extLst>
          </p:cNvPr>
          <p:cNvSpPr/>
          <p:nvPr/>
        </p:nvSpPr>
        <p:spPr>
          <a:xfrm>
            <a:off x="2262447" y="9904119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22A6E30A-56AC-A24B-31A0-74AE9191F853}"/>
              </a:ext>
            </a:extLst>
          </p:cNvPr>
          <p:cNvCxnSpPr>
            <a:cxnSpLocks/>
            <a:stCxn id="124" idx="2"/>
            <a:endCxn id="190" idx="0"/>
          </p:cNvCxnSpPr>
          <p:nvPr/>
        </p:nvCxnSpPr>
        <p:spPr>
          <a:xfrm>
            <a:off x="4830654" y="9196592"/>
            <a:ext cx="295764" cy="7704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C5893864-C789-D2DB-6F8A-49D437C4878E}"/>
              </a:ext>
            </a:extLst>
          </p:cNvPr>
          <p:cNvSpPr txBox="1"/>
          <p:nvPr/>
        </p:nvSpPr>
        <p:spPr>
          <a:xfrm>
            <a:off x="4154788" y="10237223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예매 일시</a:t>
            </a: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CAE3F430-28E9-262C-85A6-EFCEEAFA8314}"/>
              </a:ext>
            </a:extLst>
          </p:cNvPr>
          <p:cNvSpPr/>
          <p:nvPr/>
        </p:nvSpPr>
        <p:spPr>
          <a:xfrm>
            <a:off x="4187767" y="9967087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A0C4186-0563-4B56-41C8-D8DF9ECC3059}"/>
              </a:ext>
            </a:extLst>
          </p:cNvPr>
          <p:cNvSpPr txBox="1"/>
          <p:nvPr/>
        </p:nvSpPr>
        <p:spPr>
          <a:xfrm>
            <a:off x="6921890" y="922923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예매 금액</a:t>
            </a: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73CA3B5B-9A40-3E18-0EFE-26995EFAED61}"/>
              </a:ext>
            </a:extLst>
          </p:cNvPr>
          <p:cNvSpPr/>
          <p:nvPr/>
        </p:nvSpPr>
        <p:spPr>
          <a:xfrm>
            <a:off x="6975594" y="8957449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16A3440-6B6C-994F-4684-7949FAB917B3}"/>
              </a:ext>
            </a:extLst>
          </p:cNvPr>
          <p:cNvSpPr txBox="1"/>
          <p:nvPr/>
        </p:nvSpPr>
        <p:spPr>
          <a:xfrm>
            <a:off x="6281597" y="10231503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좌석 번호</a:t>
            </a: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EB832266-0F5E-460A-665B-579892D81B99}"/>
              </a:ext>
            </a:extLst>
          </p:cNvPr>
          <p:cNvSpPr/>
          <p:nvPr/>
        </p:nvSpPr>
        <p:spPr>
          <a:xfrm>
            <a:off x="6314443" y="9967087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3E9D589-F2EE-4CF6-A894-4CDE8873894D}"/>
              </a:ext>
            </a:extLst>
          </p:cNvPr>
          <p:cNvCxnSpPr>
            <a:cxnSpLocks/>
            <a:stCxn id="124" idx="2"/>
            <a:endCxn id="194" idx="1"/>
          </p:cNvCxnSpPr>
          <p:nvPr/>
        </p:nvCxnSpPr>
        <p:spPr>
          <a:xfrm>
            <a:off x="4830654" y="9196592"/>
            <a:ext cx="1758713" cy="9193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8373FFDA-7ABA-55C8-1C5C-B3297A49E427}"/>
              </a:ext>
            </a:extLst>
          </p:cNvPr>
          <p:cNvCxnSpPr>
            <a:cxnSpLocks/>
            <a:stCxn id="124" idx="2"/>
            <a:endCxn id="192" idx="2"/>
          </p:cNvCxnSpPr>
          <p:nvPr/>
        </p:nvCxnSpPr>
        <p:spPr>
          <a:xfrm>
            <a:off x="4830654" y="9196592"/>
            <a:ext cx="2144940" cy="2690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5DE4AB74-E1C5-DDC3-0DF5-B291999E5BBC}"/>
              </a:ext>
            </a:extLst>
          </p:cNvPr>
          <p:cNvCxnSpPr>
            <a:cxnSpLocks/>
            <a:stCxn id="42" idx="0"/>
            <a:endCxn id="61" idx="2"/>
          </p:cNvCxnSpPr>
          <p:nvPr/>
        </p:nvCxnSpPr>
        <p:spPr>
          <a:xfrm flipV="1">
            <a:off x="16203009" y="3394699"/>
            <a:ext cx="11888" cy="6605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FE8F07F0-4661-70BB-2E5B-8B0CB21E359A}"/>
              </a:ext>
            </a:extLst>
          </p:cNvPr>
          <p:cNvSpPr txBox="1"/>
          <p:nvPr/>
        </p:nvSpPr>
        <p:spPr>
          <a:xfrm>
            <a:off x="15445085" y="1859409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9747E4C-4740-2D7D-275C-B413AAF76E97}"/>
              </a:ext>
            </a:extLst>
          </p:cNvPr>
          <p:cNvSpPr txBox="1"/>
          <p:nvPr/>
        </p:nvSpPr>
        <p:spPr>
          <a:xfrm>
            <a:off x="16174223" y="3502052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27193CB-7458-6EDD-C6A5-82688355C5B3}"/>
              </a:ext>
            </a:extLst>
          </p:cNvPr>
          <p:cNvSpPr txBox="1"/>
          <p:nvPr/>
        </p:nvSpPr>
        <p:spPr>
          <a:xfrm>
            <a:off x="8829171" y="2655775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감독</a:t>
            </a:r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1C1C2FC4-700B-1A47-EF99-FD374F788C52}"/>
              </a:ext>
            </a:extLst>
          </p:cNvPr>
          <p:cNvSpPr/>
          <p:nvPr/>
        </p:nvSpPr>
        <p:spPr>
          <a:xfrm>
            <a:off x="9030377" y="2396299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55" name="타원 254">
            <a:extLst>
              <a:ext uri="{FF2B5EF4-FFF2-40B4-BE49-F238E27FC236}">
                <a16:creationId xmlns:a16="http://schemas.microsoft.com/office/drawing/2014/main" id="{4AAC0EE0-C385-833F-C624-94462200EF84}"/>
              </a:ext>
            </a:extLst>
          </p:cNvPr>
          <p:cNvSpPr/>
          <p:nvPr/>
        </p:nvSpPr>
        <p:spPr>
          <a:xfrm>
            <a:off x="7551136" y="2536432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B3829E7-1295-FF62-47E2-990785976993}"/>
              </a:ext>
            </a:extLst>
          </p:cNvPr>
          <p:cNvSpPr txBox="1"/>
          <p:nvPr/>
        </p:nvSpPr>
        <p:spPr>
          <a:xfrm>
            <a:off x="6195615" y="333867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고유번호</a:t>
            </a: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B68EF3B1-7289-371A-BB0D-E4330321C4F8}"/>
              </a:ext>
            </a:extLst>
          </p:cNvPr>
          <p:cNvSpPr/>
          <p:nvPr/>
        </p:nvSpPr>
        <p:spPr>
          <a:xfrm>
            <a:off x="6476495" y="316299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E23DB99-A204-0F5F-0947-80A45766A2F3}"/>
              </a:ext>
            </a:extLst>
          </p:cNvPr>
          <p:cNvSpPr txBox="1"/>
          <p:nvPr/>
        </p:nvSpPr>
        <p:spPr>
          <a:xfrm>
            <a:off x="10987006" y="4076780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영화제목</a:t>
            </a:r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1364FDA2-6958-F7F0-4D7F-B219403937A0}"/>
              </a:ext>
            </a:extLst>
          </p:cNvPr>
          <p:cNvSpPr/>
          <p:nvPr/>
        </p:nvSpPr>
        <p:spPr>
          <a:xfrm>
            <a:off x="11208101" y="3842488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8A7F179-1CF6-456A-B070-C2F92BACEB0F}"/>
              </a:ext>
            </a:extLst>
          </p:cNvPr>
          <p:cNvSpPr txBox="1"/>
          <p:nvPr/>
        </p:nvSpPr>
        <p:spPr>
          <a:xfrm>
            <a:off x="11974637" y="3238486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포스터</a:t>
            </a:r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5D30CB58-30AB-314B-70AE-0CF8F8D0BC2F}"/>
              </a:ext>
            </a:extLst>
          </p:cNvPr>
          <p:cNvSpPr/>
          <p:nvPr/>
        </p:nvSpPr>
        <p:spPr>
          <a:xfrm>
            <a:off x="12243455" y="299279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0275CF0-E894-709B-8FC5-8431B8412205}"/>
              </a:ext>
            </a:extLst>
          </p:cNvPr>
          <p:cNvSpPr txBox="1"/>
          <p:nvPr/>
        </p:nvSpPr>
        <p:spPr>
          <a:xfrm>
            <a:off x="10599175" y="2573277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주연배우</a:t>
            </a:r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87E16353-6439-54C6-924D-96B4F53876F0}"/>
              </a:ext>
            </a:extLst>
          </p:cNvPr>
          <p:cNvSpPr/>
          <p:nvPr/>
        </p:nvSpPr>
        <p:spPr>
          <a:xfrm>
            <a:off x="10772159" y="232730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B6199391-3146-E870-4767-70344F8D8267}"/>
              </a:ext>
            </a:extLst>
          </p:cNvPr>
          <p:cNvCxnSpPr>
            <a:cxnSpLocks/>
            <a:stCxn id="37" idx="0"/>
            <a:endCxn id="257" idx="6"/>
          </p:cNvCxnSpPr>
          <p:nvPr/>
        </p:nvCxnSpPr>
        <p:spPr>
          <a:xfrm flipH="1" flipV="1">
            <a:off x="7901731" y="3639213"/>
            <a:ext cx="1604304" cy="2362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61ADCE4B-651D-689E-EC5B-63D095FED16B}"/>
              </a:ext>
            </a:extLst>
          </p:cNvPr>
          <p:cNvCxnSpPr>
            <a:cxnSpLocks/>
            <a:stCxn id="37" idx="3"/>
            <a:endCxn id="261" idx="2"/>
          </p:cNvCxnSpPr>
          <p:nvPr/>
        </p:nvCxnSpPr>
        <p:spPr>
          <a:xfrm>
            <a:off x="10968613" y="4154155"/>
            <a:ext cx="239488" cy="1645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64AFDE1-FFF5-8B97-FA1C-19FDCD4F0551}"/>
              </a:ext>
            </a:extLst>
          </p:cNvPr>
          <p:cNvCxnSpPr>
            <a:cxnSpLocks/>
            <a:stCxn id="37" idx="0"/>
            <a:endCxn id="263" idx="1"/>
          </p:cNvCxnSpPr>
          <p:nvPr/>
        </p:nvCxnSpPr>
        <p:spPr>
          <a:xfrm flipV="1">
            <a:off x="9506035" y="3132277"/>
            <a:ext cx="2946141" cy="7431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2CA01B06-D752-0B39-6FA2-D1E31FA848AB}"/>
              </a:ext>
            </a:extLst>
          </p:cNvPr>
          <p:cNvSpPr txBox="1"/>
          <p:nvPr/>
        </p:nvSpPr>
        <p:spPr>
          <a:xfrm>
            <a:off x="7544053" y="2813203"/>
            <a:ext cx="1491620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장르</a:t>
            </a: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45FC1F10-2446-0239-740D-30D984326EFD}"/>
              </a:ext>
            </a:extLst>
          </p:cNvPr>
          <p:cNvCxnSpPr>
            <a:cxnSpLocks/>
            <a:stCxn id="255" idx="4"/>
            <a:endCxn id="37" idx="0"/>
          </p:cNvCxnSpPr>
          <p:nvPr/>
        </p:nvCxnSpPr>
        <p:spPr>
          <a:xfrm>
            <a:off x="8263754" y="3488864"/>
            <a:ext cx="1242281" cy="38659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5C42F9FB-D942-001B-EB4D-136AC9E5E5A6}"/>
              </a:ext>
            </a:extLst>
          </p:cNvPr>
          <p:cNvCxnSpPr>
            <a:cxnSpLocks/>
            <a:stCxn id="253" idx="4"/>
            <a:endCxn id="37" idx="0"/>
          </p:cNvCxnSpPr>
          <p:nvPr/>
        </p:nvCxnSpPr>
        <p:spPr>
          <a:xfrm flipH="1">
            <a:off x="9506035" y="3348731"/>
            <a:ext cx="236960" cy="5267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207AB2E4-E3D3-B9B4-86BE-0A5B3C05E8AA}"/>
              </a:ext>
            </a:extLst>
          </p:cNvPr>
          <p:cNvCxnSpPr>
            <a:cxnSpLocks/>
            <a:stCxn id="265" idx="2"/>
            <a:endCxn id="37" idx="0"/>
          </p:cNvCxnSpPr>
          <p:nvPr/>
        </p:nvCxnSpPr>
        <p:spPr>
          <a:xfrm flipH="1">
            <a:off x="9506035" y="2803523"/>
            <a:ext cx="1266124" cy="1071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677DDE54-03D5-633A-C549-A38043EF6D6E}"/>
              </a:ext>
            </a:extLst>
          </p:cNvPr>
          <p:cNvCxnSpPr>
            <a:cxnSpLocks/>
            <a:stCxn id="74" idx="2"/>
            <a:endCxn id="305" idx="1"/>
          </p:cNvCxnSpPr>
          <p:nvPr/>
        </p:nvCxnSpPr>
        <p:spPr>
          <a:xfrm>
            <a:off x="3637637" y="4386518"/>
            <a:ext cx="1212383" cy="76931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5" name="다이아몬드 304">
            <a:extLst>
              <a:ext uri="{FF2B5EF4-FFF2-40B4-BE49-F238E27FC236}">
                <a16:creationId xmlns:a16="http://schemas.microsoft.com/office/drawing/2014/main" id="{2D305DB4-7CBE-A6D1-A426-14896EAAD715}"/>
              </a:ext>
            </a:extLst>
          </p:cNvPr>
          <p:cNvSpPr/>
          <p:nvPr/>
        </p:nvSpPr>
        <p:spPr>
          <a:xfrm>
            <a:off x="4850020" y="4559111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EB5A88E1-8222-020E-7DEC-1A86A066FEE5}"/>
              </a:ext>
            </a:extLst>
          </p:cNvPr>
          <p:cNvCxnSpPr>
            <a:cxnSpLocks/>
            <a:stCxn id="305" idx="3"/>
            <a:endCxn id="37" idx="1"/>
          </p:cNvCxnSpPr>
          <p:nvPr/>
        </p:nvCxnSpPr>
        <p:spPr>
          <a:xfrm flipV="1">
            <a:off x="6465876" y="4154155"/>
            <a:ext cx="1577580" cy="10016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B6BFBF00-E685-EB7D-A053-F225341F27C5}"/>
              </a:ext>
            </a:extLst>
          </p:cNvPr>
          <p:cNvSpPr txBox="1"/>
          <p:nvPr/>
        </p:nvSpPr>
        <p:spPr>
          <a:xfrm>
            <a:off x="5054328" y="4959653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FC76CF12-D01E-BE44-5709-3280436950BF}"/>
              </a:ext>
            </a:extLst>
          </p:cNvPr>
          <p:cNvSpPr txBox="1"/>
          <p:nvPr/>
        </p:nvSpPr>
        <p:spPr>
          <a:xfrm>
            <a:off x="4228687" y="4280502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B7EA163-AC5E-2D50-BF28-07D7249DDC80}"/>
              </a:ext>
            </a:extLst>
          </p:cNvPr>
          <p:cNvSpPr txBox="1"/>
          <p:nvPr/>
        </p:nvSpPr>
        <p:spPr>
          <a:xfrm>
            <a:off x="7640096" y="418064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20F7C4F6-57C0-0F49-75E1-D1704650E9E3}"/>
              </a:ext>
            </a:extLst>
          </p:cNvPr>
          <p:cNvSpPr txBox="1"/>
          <p:nvPr/>
        </p:nvSpPr>
        <p:spPr>
          <a:xfrm>
            <a:off x="10214883" y="1018538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아이디</a:t>
            </a:r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A6319481-033A-69AE-2C23-4E1FAF70C72F}"/>
              </a:ext>
            </a:extLst>
          </p:cNvPr>
          <p:cNvSpPr/>
          <p:nvPr/>
        </p:nvSpPr>
        <p:spPr>
          <a:xfrm>
            <a:off x="11919280" y="9906419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DE8858EC-93BB-796B-6E12-459B88295FC4}"/>
              </a:ext>
            </a:extLst>
          </p:cNvPr>
          <p:cNvCxnSpPr>
            <a:cxnSpLocks/>
            <a:stCxn id="125" idx="2"/>
            <a:endCxn id="328" idx="0"/>
          </p:cNvCxnSpPr>
          <p:nvPr/>
        </p:nvCxnSpPr>
        <p:spPr>
          <a:xfrm flipH="1">
            <a:off x="12631898" y="8789577"/>
            <a:ext cx="2211281" cy="11168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4" name="TextBox 333">
            <a:extLst>
              <a:ext uri="{FF2B5EF4-FFF2-40B4-BE49-F238E27FC236}">
                <a16:creationId xmlns:a16="http://schemas.microsoft.com/office/drawing/2014/main" id="{0B6D735E-CD96-4B0F-B124-DDC1A68FF173}"/>
              </a:ext>
            </a:extLst>
          </p:cNvPr>
          <p:cNvSpPr txBox="1"/>
          <p:nvPr/>
        </p:nvSpPr>
        <p:spPr>
          <a:xfrm>
            <a:off x="13132290" y="1016951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비밀번호</a:t>
            </a:r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66A3EBE8-6B33-FBAA-7864-5EABEE1297E3}"/>
              </a:ext>
            </a:extLst>
          </p:cNvPr>
          <p:cNvSpPr/>
          <p:nvPr/>
        </p:nvSpPr>
        <p:spPr>
          <a:xfrm>
            <a:off x="13392535" y="9938526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B216E636-CCA1-D78B-D122-CBE72ADE5B44}"/>
              </a:ext>
            </a:extLst>
          </p:cNvPr>
          <p:cNvCxnSpPr>
            <a:cxnSpLocks/>
            <a:stCxn id="125" idx="2"/>
            <a:endCxn id="335" idx="0"/>
          </p:cNvCxnSpPr>
          <p:nvPr/>
        </p:nvCxnSpPr>
        <p:spPr>
          <a:xfrm flipH="1">
            <a:off x="14105153" y="8789577"/>
            <a:ext cx="738026" cy="11489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C0E70AE5-4381-4E51-8E85-B8DFF8A0BE20}"/>
              </a:ext>
            </a:extLst>
          </p:cNvPr>
          <p:cNvSpPr txBox="1"/>
          <p:nvPr/>
        </p:nvSpPr>
        <p:spPr>
          <a:xfrm>
            <a:off x="14647746" y="1014162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이름</a:t>
            </a:r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14EB08F5-1946-6CEF-BBA2-1B9AA1D74AEE}"/>
              </a:ext>
            </a:extLst>
          </p:cNvPr>
          <p:cNvSpPr/>
          <p:nvPr/>
        </p:nvSpPr>
        <p:spPr>
          <a:xfrm>
            <a:off x="14924441" y="9915804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61FAE213-796D-7F95-37C1-0B555249C081}"/>
              </a:ext>
            </a:extLst>
          </p:cNvPr>
          <p:cNvSpPr txBox="1"/>
          <p:nvPr/>
        </p:nvSpPr>
        <p:spPr>
          <a:xfrm>
            <a:off x="17644247" y="9613965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할인율</a:t>
            </a:r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66935223-E5F8-C3E3-BAAE-2F923B295610}"/>
              </a:ext>
            </a:extLst>
          </p:cNvPr>
          <p:cNvSpPr/>
          <p:nvPr/>
        </p:nvSpPr>
        <p:spPr>
          <a:xfrm>
            <a:off x="17934395" y="9367110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299F2984-A9BD-4DCF-E9AF-EF556515AE74}"/>
              </a:ext>
            </a:extLst>
          </p:cNvPr>
          <p:cNvCxnSpPr>
            <a:cxnSpLocks/>
            <a:stCxn id="125" idx="2"/>
            <a:endCxn id="342" idx="0"/>
          </p:cNvCxnSpPr>
          <p:nvPr/>
        </p:nvCxnSpPr>
        <p:spPr>
          <a:xfrm>
            <a:off x="14843179" y="8789577"/>
            <a:ext cx="793880" cy="11262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C394ED45-0C59-AB44-299F-CF6EC3EC1978}"/>
              </a:ext>
            </a:extLst>
          </p:cNvPr>
          <p:cNvCxnSpPr>
            <a:cxnSpLocks/>
            <a:stCxn id="125" idx="2"/>
            <a:endCxn id="344" idx="0"/>
          </p:cNvCxnSpPr>
          <p:nvPr/>
        </p:nvCxnSpPr>
        <p:spPr>
          <a:xfrm>
            <a:off x="14843179" y="8789577"/>
            <a:ext cx="3803834" cy="5775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1" name="타원 350">
            <a:extLst>
              <a:ext uri="{FF2B5EF4-FFF2-40B4-BE49-F238E27FC236}">
                <a16:creationId xmlns:a16="http://schemas.microsoft.com/office/drawing/2014/main" id="{401529F2-9DF4-D604-9C22-B561DA6CDEB7}"/>
              </a:ext>
            </a:extLst>
          </p:cNvPr>
          <p:cNvSpPr/>
          <p:nvPr/>
        </p:nvSpPr>
        <p:spPr>
          <a:xfrm>
            <a:off x="10453333" y="9934786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53" name="직선 연결선 352">
            <a:extLst>
              <a:ext uri="{FF2B5EF4-FFF2-40B4-BE49-F238E27FC236}">
                <a16:creationId xmlns:a16="http://schemas.microsoft.com/office/drawing/2014/main" id="{372BF46D-74D3-9E76-3551-BB8051D67CED}"/>
              </a:ext>
            </a:extLst>
          </p:cNvPr>
          <p:cNvCxnSpPr>
            <a:cxnSpLocks/>
            <a:stCxn id="125" idx="2"/>
            <a:endCxn id="351" idx="0"/>
          </p:cNvCxnSpPr>
          <p:nvPr/>
        </p:nvCxnSpPr>
        <p:spPr>
          <a:xfrm flipH="1">
            <a:off x="11165951" y="8789577"/>
            <a:ext cx="3677228" cy="11452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2" name="다이아몬드 381">
            <a:extLst>
              <a:ext uri="{FF2B5EF4-FFF2-40B4-BE49-F238E27FC236}">
                <a16:creationId xmlns:a16="http://schemas.microsoft.com/office/drawing/2014/main" id="{E8AED6C9-4E14-4F71-2B8E-096EBD0D7435}"/>
              </a:ext>
            </a:extLst>
          </p:cNvPr>
          <p:cNvSpPr/>
          <p:nvPr/>
        </p:nvSpPr>
        <p:spPr>
          <a:xfrm>
            <a:off x="4066775" y="6893355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51A963BC-DED0-6D2A-AF40-DF198B6A9C81}"/>
              </a:ext>
            </a:extLst>
          </p:cNvPr>
          <p:cNvCxnSpPr>
            <a:cxnSpLocks/>
            <a:stCxn id="74" idx="2"/>
            <a:endCxn id="382" idx="1"/>
          </p:cNvCxnSpPr>
          <p:nvPr/>
        </p:nvCxnSpPr>
        <p:spPr>
          <a:xfrm>
            <a:off x="3637637" y="4386518"/>
            <a:ext cx="429138" cy="3103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EFAD2EF3-0CCC-E54B-713C-212C3038CF9F}"/>
              </a:ext>
            </a:extLst>
          </p:cNvPr>
          <p:cNvSpPr txBox="1"/>
          <p:nvPr/>
        </p:nvSpPr>
        <p:spPr>
          <a:xfrm>
            <a:off x="3395914" y="4882620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m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403" name="다이아몬드 402">
            <a:extLst>
              <a:ext uri="{FF2B5EF4-FFF2-40B4-BE49-F238E27FC236}">
                <a16:creationId xmlns:a16="http://schemas.microsoft.com/office/drawing/2014/main" id="{2AF9C2D6-1FB6-5802-CB94-75938F5D8087}"/>
              </a:ext>
            </a:extLst>
          </p:cNvPr>
          <p:cNvSpPr/>
          <p:nvPr/>
        </p:nvSpPr>
        <p:spPr>
          <a:xfrm>
            <a:off x="8776257" y="8255733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0629ECCF-286B-3A14-35FE-34B67460AD3F}"/>
              </a:ext>
            </a:extLst>
          </p:cNvPr>
          <p:cNvSpPr txBox="1"/>
          <p:nvPr/>
        </p:nvSpPr>
        <p:spPr>
          <a:xfrm>
            <a:off x="8732965" y="8627960"/>
            <a:ext cx="1747289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예약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F603D16A-35ED-3522-1CC1-8678ED21D489}"/>
              </a:ext>
            </a:extLst>
          </p:cNvPr>
          <p:cNvSpPr txBox="1"/>
          <p:nvPr/>
        </p:nvSpPr>
        <p:spPr>
          <a:xfrm>
            <a:off x="7940770" y="680235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아이디</a:t>
            </a:r>
          </a:p>
        </p:txBody>
      </p:sp>
      <p:sp>
        <p:nvSpPr>
          <p:cNvPr id="417" name="타원 416">
            <a:extLst>
              <a:ext uri="{FF2B5EF4-FFF2-40B4-BE49-F238E27FC236}">
                <a16:creationId xmlns:a16="http://schemas.microsoft.com/office/drawing/2014/main" id="{A5D63C65-14BB-A996-F317-78B8D74F451C}"/>
              </a:ext>
            </a:extLst>
          </p:cNvPr>
          <p:cNvSpPr/>
          <p:nvPr/>
        </p:nvSpPr>
        <p:spPr>
          <a:xfrm>
            <a:off x="7984026" y="6609290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1E6B3B4F-D9C3-69D1-E831-7A616A4127A9}"/>
              </a:ext>
            </a:extLst>
          </p:cNvPr>
          <p:cNvSpPr txBox="1"/>
          <p:nvPr/>
        </p:nvSpPr>
        <p:spPr>
          <a:xfrm>
            <a:off x="10205288" y="684779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비번</a:t>
            </a:r>
          </a:p>
        </p:txBody>
      </p:sp>
      <p:sp>
        <p:nvSpPr>
          <p:cNvPr id="419" name="타원 418">
            <a:extLst>
              <a:ext uri="{FF2B5EF4-FFF2-40B4-BE49-F238E27FC236}">
                <a16:creationId xmlns:a16="http://schemas.microsoft.com/office/drawing/2014/main" id="{8C20672E-471F-8902-646F-BE2B9A221879}"/>
              </a:ext>
            </a:extLst>
          </p:cNvPr>
          <p:cNvSpPr/>
          <p:nvPr/>
        </p:nvSpPr>
        <p:spPr>
          <a:xfrm>
            <a:off x="10205290" y="6589904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437" name="직선 연결선 436">
            <a:extLst>
              <a:ext uri="{FF2B5EF4-FFF2-40B4-BE49-F238E27FC236}">
                <a16:creationId xmlns:a16="http://schemas.microsoft.com/office/drawing/2014/main" id="{B65A0D3E-1855-5865-51CA-81C848BFF624}"/>
              </a:ext>
            </a:extLst>
          </p:cNvPr>
          <p:cNvCxnSpPr>
            <a:cxnSpLocks/>
            <a:stCxn id="74" idx="3"/>
            <a:endCxn id="442" idx="1"/>
          </p:cNvCxnSpPr>
          <p:nvPr/>
        </p:nvCxnSpPr>
        <p:spPr>
          <a:xfrm flipV="1">
            <a:off x="4955964" y="1850230"/>
            <a:ext cx="4234940" cy="22575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2" name="다이아몬드 441">
            <a:extLst>
              <a:ext uri="{FF2B5EF4-FFF2-40B4-BE49-F238E27FC236}">
                <a16:creationId xmlns:a16="http://schemas.microsoft.com/office/drawing/2014/main" id="{BD4063C9-3C6A-35D2-0E25-21193F84FAD7}"/>
              </a:ext>
            </a:extLst>
          </p:cNvPr>
          <p:cNvSpPr/>
          <p:nvPr/>
        </p:nvSpPr>
        <p:spPr>
          <a:xfrm>
            <a:off x="9190904" y="1253507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E1224C03-A707-6FE1-3390-BA3758B0A22A}"/>
              </a:ext>
            </a:extLst>
          </p:cNvPr>
          <p:cNvSpPr txBox="1"/>
          <p:nvPr/>
        </p:nvSpPr>
        <p:spPr>
          <a:xfrm>
            <a:off x="9358881" y="1612347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배정</a:t>
            </a:r>
          </a:p>
        </p:txBody>
      </p:sp>
      <p:cxnSp>
        <p:nvCxnSpPr>
          <p:cNvPr id="447" name="직선 연결선 446">
            <a:extLst>
              <a:ext uri="{FF2B5EF4-FFF2-40B4-BE49-F238E27FC236}">
                <a16:creationId xmlns:a16="http://schemas.microsoft.com/office/drawing/2014/main" id="{6B341E8C-4D07-985C-A036-81DB87776BA0}"/>
              </a:ext>
            </a:extLst>
          </p:cNvPr>
          <p:cNvCxnSpPr>
            <a:cxnSpLocks/>
            <a:stCxn id="442" idx="3"/>
            <a:endCxn id="42" idx="0"/>
          </p:cNvCxnSpPr>
          <p:nvPr/>
        </p:nvCxnSpPr>
        <p:spPr>
          <a:xfrm>
            <a:off x="10806760" y="1850230"/>
            <a:ext cx="5396249" cy="22050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89B2EA24-332A-C421-D71B-FBE41593E348}"/>
              </a:ext>
            </a:extLst>
          </p:cNvPr>
          <p:cNvSpPr txBox="1"/>
          <p:nvPr/>
        </p:nvSpPr>
        <p:spPr>
          <a:xfrm>
            <a:off x="3993946" y="7289382"/>
            <a:ext cx="1627011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정보제공</a:t>
            </a:r>
          </a:p>
        </p:txBody>
      </p:sp>
      <p:cxnSp>
        <p:nvCxnSpPr>
          <p:cNvPr id="464" name="직선 연결선 463">
            <a:extLst>
              <a:ext uri="{FF2B5EF4-FFF2-40B4-BE49-F238E27FC236}">
                <a16:creationId xmlns:a16="http://schemas.microsoft.com/office/drawing/2014/main" id="{CEF34529-BFDB-1747-A5C0-5A45A0B5FCE0}"/>
              </a:ext>
            </a:extLst>
          </p:cNvPr>
          <p:cNvCxnSpPr>
            <a:cxnSpLocks/>
            <a:stCxn id="35" idx="2"/>
            <a:endCxn id="417" idx="0"/>
          </p:cNvCxnSpPr>
          <p:nvPr/>
        </p:nvCxnSpPr>
        <p:spPr>
          <a:xfrm flipH="1">
            <a:off x="8922677" y="6204056"/>
            <a:ext cx="986105" cy="4052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직선 연결선 466">
            <a:extLst>
              <a:ext uri="{FF2B5EF4-FFF2-40B4-BE49-F238E27FC236}">
                <a16:creationId xmlns:a16="http://schemas.microsoft.com/office/drawing/2014/main" id="{61747EAD-4396-8044-5FA5-406CE3D8EC8A}"/>
              </a:ext>
            </a:extLst>
          </p:cNvPr>
          <p:cNvCxnSpPr>
            <a:cxnSpLocks/>
            <a:stCxn id="35" idx="2"/>
            <a:endCxn id="419" idx="0"/>
          </p:cNvCxnSpPr>
          <p:nvPr/>
        </p:nvCxnSpPr>
        <p:spPr>
          <a:xfrm>
            <a:off x="9908782" y="6204056"/>
            <a:ext cx="1235159" cy="385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4" name="TextBox 483">
            <a:extLst>
              <a:ext uri="{FF2B5EF4-FFF2-40B4-BE49-F238E27FC236}">
                <a16:creationId xmlns:a16="http://schemas.microsoft.com/office/drawing/2014/main" id="{990A6AEB-62B1-18BF-18AC-E5F65E34700C}"/>
              </a:ext>
            </a:extLst>
          </p:cNvPr>
          <p:cNvSpPr txBox="1"/>
          <p:nvPr/>
        </p:nvSpPr>
        <p:spPr>
          <a:xfrm>
            <a:off x="5143607" y="3321075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B30BDBDE-37BD-9CB9-2923-314CBC5B1261}"/>
              </a:ext>
            </a:extLst>
          </p:cNvPr>
          <p:cNvSpPr txBox="1"/>
          <p:nvPr/>
        </p:nvSpPr>
        <p:spPr>
          <a:xfrm>
            <a:off x="14790856" y="3617037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D31AA754-2E50-E02D-410B-4568E1B86701}"/>
              </a:ext>
            </a:extLst>
          </p:cNvPr>
          <p:cNvSpPr txBox="1"/>
          <p:nvPr/>
        </p:nvSpPr>
        <p:spPr>
          <a:xfrm>
            <a:off x="11647798" y="9990242"/>
            <a:ext cx="1942988" cy="790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67" dirty="0"/>
              <a:t>관리자 승인여부</a:t>
            </a:r>
          </a:p>
        </p:txBody>
      </p:sp>
      <p:cxnSp>
        <p:nvCxnSpPr>
          <p:cNvPr id="511" name="직선 연결선 510">
            <a:extLst>
              <a:ext uri="{FF2B5EF4-FFF2-40B4-BE49-F238E27FC236}">
                <a16:creationId xmlns:a16="http://schemas.microsoft.com/office/drawing/2014/main" id="{29549E8D-6FAB-3249-AB18-87D6AFFA30E7}"/>
              </a:ext>
            </a:extLst>
          </p:cNvPr>
          <p:cNvCxnSpPr>
            <a:cxnSpLocks/>
            <a:stCxn id="125" idx="2"/>
            <a:endCxn id="515" idx="2"/>
          </p:cNvCxnSpPr>
          <p:nvPr/>
        </p:nvCxnSpPr>
        <p:spPr>
          <a:xfrm flipV="1">
            <a:off x="14843179" y="8775959"/>
            <a:ext cx="3012907" cy="136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6820BE54-6D87-B6E1-DBD5-7F9259CF0F16}"/>
              </a:ext>
            </a:extLst>
          </p:cNvPr>
          <p:cNvSpPr txBox="1"/>
          <p:nvPr/>
        </p:nvSpPr>
        <p:spPr>
          <a:xfrm>
            <a:off x="17618866" y="853794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등급</a:t>
            </a:r>
          </a:p>
        </p:txBody>
      </p:sp>
      <p:sp>
        <p:nvSpPr>
          <p:cNvPr id="515" name="타원 514">
            <a:extLst>
              <a:ext uri="{FF2B5EF4-FFF2-40B4-BE49-F238E27FC236}">
                <a16:creationId xmlns:a16="http://schemas.microsoft.com/office/drawing/2014/main" id="{B6D6FD8E-629C-FBF0-6BE0-6BD140A55139}"/>
              </a:ext>
            </a:extLst>
          </p:cNvPr>
          <p:cNvSpPr/>
          <p:nvPr/>
        </p:nvSpPr>
        <p:spPr>
          <a:xfrm>
            <a:off x="17856086" y="8299743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525" name="타원 524">
            <a:extLst>
              <a:ext uri="{FF2B5EF4-FFF2-40B4-BE49-F238E27FC236}">
                <a16:creationId xmlns:a16="http://schemas.microsoft.com/office/drawing/2014/main" id="{13265A5B-22E3-4D65-F86C-AF2776E32266}"/>
              </a:ext>
            </a:extLst>
          </p:cNvPr>
          <p:cNvSpPr/>
          <p:nvPr/>
        </p:nvSpPr>
        <p:spPr>
          <a:xfrm>
            <a:off x="16420709" y="9884800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9106E328-758C-F8E0-A38C-2489199D9B80}"/>
              </a:ext>
            </a:extLst>
          </p:cNvPr>
          <p:cNvSpPr txBox="1"/>
          <p:nvPr/>
        </p:nvSpPr>
        <p:spPr>
          <a:xfrm>
            <a:off x="16134796" y="1013047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신용카드</a:t>
            </a:r>
          </a:p>
        </p:txBody>
      </p:sp>
      <p:cxnSp>
        <p:nvCxnSpPr>
          <p:cNvPr id="531" name="직선 연결선 530">
            <a:extLst>
              <a:ext uri="{FF2B5EF4-FFF2-40B4-BE49-F238E27FC236}">
                <a16:creationId xmlns:a16="http://schemas.microsoft.com/office/drawing/2014/main" id="{0B61C1B7-13BB-2C80-688B-EA64C9A6C9AC}"/>
              </a:ext>
            </a:extLst>
          </p:cNvPr>
          <p:cNvCxnSpPr>
            <a:cxnSpLocks/>
            <a:stCxn id="125" idx="2"/>
            <a:endCxn id="525" idx="0"/>
          </p:cNvCxnSpPr>
          <p:nvPr/>
        </p:nvCxnSpPr>
        <p:spPr>
          <a:xfrm>
            <a:off x="14843179" y="8789577"/>
            <a:ext cx="2290148" cy="10952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3DA1D637-8BCA-BFC6-BD11-BF365B5BD2AA}"/>
              </a:ext>
            </a:extLst>
          </p:cNvPr>
          <p:cNvCxnSpPr>
            <a:cxnSpLocks/>
            <a:stCxn id="124" idx="3"/>
            <a:endCxn id="411" idx="1"/>
          </p:cNvCxnSpPr>
          <p:nvPr/>
        </p:nvCxnSpPr>
        <p:spPr>
          <a:xfrm flipV="1">
            <a:off x="6293232" y="8877580"/>
            <a:ext cx="2439733" cy="403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1" name="직선 연결선 540">
            <a:extLst>
              <a:ext uri="{FF2B5EF4-FFF2-40B4-BE49-F238E27FC236}">
                <a16:creationId xmlns:a16="http://schemas.microsoft.com/office/drawing/2014/main" id="{12750FAF-36DE-729D-1E9F-8AEA143A953F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10377169" y="8510879"/>
            <a:ext cx="3003431" cy="3223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5C04F0FB-1BD1-3660-B4A4-ECBE1514E850}"/>
              </a:ext>
            </a:extLst>
          </p:cNvPr>
          <p:cNvCxnSpPr>
            <a:cxnSpLocks/>
            <a:stCxn id="382" idx="3"/>
            <a:endCxn id="125" idx="1"/>
          </p:cNvCxnSpPr>
          <p:nvPr/>
        </p:nvCxnSpPr>
        <p:spPr>
          <a:xfrm>
            <a:off x="5682631" y="7490078"/>
            <a:ext cx="7697969" cy="10208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2" name="다이아몬드 631">
            <a:extLst>
              <a:ext uri="{FF2B5EF4-FFF2-40B4-BE49-F238E27FC236}">
                <a16:creationId xmlns:a16="http://schemas.microsoft.com/office/drawing/2014/main" id="{67A5B88E-1A6C-D9F1-95BA-AB8ED2137DBB}"/>
              </a:ext>
            </a:extLst>
          </p:cNvPr>
          <p:cNvSpPr/>
          <p:nvPr/>
        </p:nvSpPr>
        <p:spPr>
          <a:xfrm>
            <a:off x="5124735" y="5854321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635" name="직선 연결선 634">
            <a:extLst>
              <a:ext uri="{FF2B5EF4-FFF2-40B4-BE49-F238E27FC236}">
                <a16:creationId xmlns:a16="http://schemas.microsoft.com/office/drawing/2014/main" id="{E90B43EB-C526-9926-1CD7-3569ADF8DC86}"/>
              </a:ext>
            </a:extLst>
          </p:cNvPr>
          <p:cNvCxnSpPr>
            <a:cxnSpLocks/>
            <a:stCxn id="74" idx="2"/>
            <a:endCxn id="632" idx="1"/>
          </p:cNvCxnSpPr>
          <p:nvPr/>
        </p:nvCxnSpPr>
        <p:spPr>
          <a:xfrm>
            <a:off x="3637637" y="4386518"/>
            <a:ext cx="1487098" cy="206452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8" name="직선 연결선 637">
            <a:extLst>
              <a:ext uri="{FF2B5EF4-FFF2-40B4-BE49-F238E27FC236}">
                <a16:creationId xmlns:a16="http://schemas.microsoft.com/office/drawing/2014/main" id="{4837637E-4BCA-800C-416B-96BE4E160391}"/>
              </a:ext>
            </a:extLst>
          </p:cNvPr>
          <p:cNvCxnSpPr>
            <a:cxnSpLocks/>
            <a:stCxn id="632" idx="3"/>
            <a:endCxn id="35" idx="1"/>
          </p:cNvCxnSpPr>
          <p:nvPr/>
        </p:nvCxnSpPr>
        <p:spPr>
          <a:xfrm flipV="1">
            <a:off x="6740591" y="5925358"/>
            <a:ext cx="1912406" cy="52568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2" name="TextBox 641">
            <a:extLst>
              <a:ext uri="{FF2B5EF4-FFF2-40B4-BE49-F238E27FC236}">
                <a16:creationId xmlns:a16="http://schemas.microsoft.com/office/drawing/2014/main" id="{6FBB84ED-EDF3-C162-5E42-59A5424C3765}"/>
              </a:ext>
            </a:extLst>
          </p:cNvPr>
          <p:cNvSpPr txBox="1"/>
          <p:nvPr/>
        </p:nvSpPr>
        <p:spPr>
          <a:xfrm>
            <a:off x="5295597" y="6216846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EC53716C-BA03-8F64-B45D-4787005F3890}"/>
              </a:ext>
            </a:extLst>
          </p:cNvPr>
          <p:cNvSpPr txBox="1"/>
          <p:nvPr/>
        </p:nvSpPr>
        <p:spPr>
          <a:xfrm>
            <a:off x="8264867" y="554428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cxnSp>
        <p:nvCxnSpPr>
          <p:cNvPr id="664" name="직선 연결선 663">
            <a:extLst>
              <a:ext uri="{FF2B5EF4-FFF2-40B4-BE49-F238E27FC236}">
                <a16:creationId xmlns:a16="http://schemas.microsoft.com/office/drawing/2014/main" id="{7351BA8C-B3C7-E94E-C852-BC3D375203D4}"/>
              </a:ext>
            </a:extLst>
          </p:cNvPr>
          <p:cNvCxnSpPr>
            <a:cxnSpLocks/>
            <a:stCxn id="74" idx="2"/>
            <a:endCxn id="667" idx="0"/>
          </p:cNvCxnSpPr>
          <p:nvPr/>
        </p:nvCxnSpPr>
        <p:spPr>
          <a:xfrm flipH="1">
            <a:off x="2972189" y="4386518"/>
            <a:ext cx="665448" cy="18031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다이아몬드 666">
            <a:extLst>
              <a:ext uri="{FF2B5EF4-FFF2-40B4-BE49-F238E27FC236}">
                <a16:creationId xmlns:a16="http://schemas.microsoft.com/office/drawing/2014/main" id="{12F60A32-0344-D537-93CC-43EE8E6BFCAB}"/>
              </a:ext>
            </a:extLst>
          </p:cNvPr>
          <p:cNvSpPr/>
          <p:nvPr/>
        </p:nvSpPr>
        <p:spPr>
          <a:xfrm>
            <a:off x="2164261" y="6189691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671" name="직선 연결선 670">
            <a:extLst>
              <a:ext uri="{FF2B5EF4-FFF2-40B4-BE49-F238E27FC236}">
                <a16:creationId xmlns:a16="http://schemas.microsoft.com/office/drawing/2014/main" id="{0143118C-92DC-FDFA-0887-9AD51005276B}"/>
              </a:ext>
            </a:extLst>
          </p:cNvPr>
          <p:cNvCxnSpPr>
            <a:cxnSpLocks/>
            <a:stCxn id="667" idx="2"/>
            <a:endCxn id="124" idx="0"/>
          </p:cNvCxnSpPr>
          <p:nvPr/>
        </p:nvCxnSpPr>
        <p:spPr>
          <a:xfrm>
            <a:off x="2972189" y="7383136"/>
            <a:ext cx="1858465" cy="125605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4" name="TextBox 673">
            <a:extLst>
              <a:ext uri="{FF2B5EF4-FFF2-40B4-BE49-F238E27FC236}">
                <a16:creationId xmlns:a16="http://schemas.microsoft.com/office/drawing/2014/main" id="{7B524162-5E36-9719-ADDE-E0CD704C839B}"/>
              </a:ext>
            </a:extLst>
          </p:cNvPr>
          <p:cNvSpPr txBox="1"/>
          <p:nvPr/>
        </p:nvSpPr>
        <p:spPr>
          <a:xfrm>
            <a:off x="2111513" y="6539350"/>
            <a:ext cx="1627011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배치</a:t>
            </a:r>
          </a:p>
        </p:txBody>
      </p:sp>
      <p:sp>
        <p:nvSpPr>
          <p:cNvPr id="675" name="TextBox 674">
            <a:extLst>
              <a:ext uri="{FF2B5EF4-FFF2-40B4-BE49-F238E27FC236}">
                <a16:creationId xmlns:a16="http://schemas.microsoft.com/office/drawing/2014/main" id="{A4BE7F3D-722D-138A-16EF-862A786C5AC0}"/>
              </a:ext>
            </a:extLst>
          </p:cNvPr>
          <p:cNvSpPr txBox="1"/>
          <p:nvPr/>
        </p:nvSpPr>
        <p:spPr>
          <a:xfrm>
            <a:off x="2913553" y="4519095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76" name="TextBox 675">
            <a:extLst>
              <a:ext uri="{FF2B5EF4-FFF2-40B4-BE49-F238E27FC236}">
                <a16:creationId xmlns:a16="http://schemas.microsoft.com/office/drawing/2014/main" id="{0032C39D-9D4C-7BFA-B9E4-2025673521C1}"/>
              </a:ext>
            </a:extLst>
          </p:cNvPr>
          <p:cNvSpPr txBox="1"/>
          <p:nvPr/>
        </p:nvSpPr>
        <p:spPr>
          <a:xfrm>
            <a:off x="3999120" y="4610546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79" name="TextBox 678">
            <a:extLst>
              <a:ext uri="{FF2B5EF4-FFF2-40B4-BE49-F238E27FC236}">
                <a16:creationId xmlns:a16="http://schemas.microsoft.com/office/drawing/2014/main" id="{74B2741C-2421-40C6-006D-97636E7EEEFB}"/>
              </a:ext>
            </a:extLst>
          </p:cNvPr>
          <p:cNvSpPr txBox="1"/>
          <p:nvPr/>
        </p:nvSpPr>
        <p:spPr>
          <a:xfrm>
            <a:off x="4056537" y="8199520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80" name="TextBox 679">
            <a:extLst>
              <a:ext uri="{FF2B5EF4-FFF2-40B4-BE49-F238E27FC236}">
                <a16:creationId xmlns:a16="http://schemas.microsoft.com/office/drawing/2014/main" id="{3134AF8D-24E0-4B74-B7B0-54182F796421}"/>
              </a:ext>
            </a:extLst>
          </p:cNvPr>
          <p:cNvSpPr txBox="1"/>
          <p:nvPr/>
        </p:nvSpPr>
        <p:spPr>
          <a:xfrm>
            <a:off x="12595542" y="7976380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B11BA4F3-69C6-647A-7DA2-1B4FE4A4DEDF}"/>
              </a:ext>
            </a:extLst>
          </p:cNvPr>
          <p:cNvSpPr txBox="1"/>
          <p:nvPr/>
        </p:nvSpPr>
        <p:spPr>
          <a:xfrm>
            <a:off x="6314443" y="8367492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m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E3F65921-9212-19C7-9A94-5E158CFD9F1A}"/>
              </a:ext>
            </a:extLst>
          </p:cNvPr>
          <p:cNvSpPr txBox="1"/>
          <p:nvPr/>
        </p:nvSpPr>
        <p:spPr>
          <a:xfrm>
            <a:off x="12929996" y="8550919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cxnSp>
        <p:nvCxnSpPr>
          <p:cNvPr id="689" name="직선 연결선 688">
            <a:extLst>
              <a:ext uri="{FF2B5EF4-FFF2-40B4-BE49-F238E27FC236}">
                <a16:creationId xmlns:a16="http://schemas.microsoft.com/office/drawing/2014/main" id="{6B1555E5-C38B-A4AA-A366-62125DFD6B76}"/>
              </a:ext>
            </a:extLst>
          </p:cNvPr>
          <p:cNvCxnSpPr>
            <a:cxnSpLocks/>
            <a:stCxn id="35" idx="3"/>
            <a:endCxn id="692" idx="0"/>
          </p:cNvCxnSpPr>
          <p:nvPr/>
        </p:nvCxnSpPr>
        <p:spPr>
          <a:xfrm>
            <a:off x="11164566" y="5925358"/>
            <a:ext cx="2046472" cy="3529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2" name="다이아몬드 691">
            <a:extLst>
              <a:ext uri="{FF2B5EF4-FFF2-40B4-BE49-F238E27FC236}">
                <a16:creationId xmlns:a16="http://schemas.microsoft.com/office/drawing/2014/main" id="{07F614C3-25CC-BBF1-FD42-B976FC1D80CA}"/>
              </a:ext>
            </a:extLst>
          </p:cNvPr>
          <p:cNvSpPr/>
          <p:nvPr/>
        </p:nvSpPr>
        <p:spPr>
          <a:xfrm>
            <a:off x="12403110" y="6278262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45396798-BB2F-ABA6-D1D8-BBD2293A8315}"/>
              </a:ext>
            </a:extLst>
          </p:cNvPr>
          <p:cNvSpPr txBox="1"/>
          <p:nvPr/>
        </p:nvSpPr>
        <p:spPr>
          <a:xfrm>
            <a:off x="12356885" y="6657446"/>
            <a:ext cx="1747289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승인</a:t>
            </a:r>
          </a:p>
        </p:txBody>
      </p:sp>
      <p:cxnSp>
        <p:nvCxnSpPr>
          <p:cNvPr id="696" name="직선 연결선 695">
            <a:extLst>
              <a:ext uri="{FF2B5EF4-FFF2-40B4-BE49-F238E27FC236}">
                <a16:creationId xmlns:a16="http://schemas.microsoft.com/office/drawing/2014/main" id="{F0B48A29-7B1D-CEE5-FF2A-935C37B302E9}"/>
              </a:ext>
            </a:extLst>
          </p:cNvPr>
          <p:cNvCxnSpPr>
            <a:cxnSpLocks/>
            <a:stCxn id="692" idx="2"/>
            <a:endCxn id="125" idx="0"/>
          </p:cNvCxnSpPr>
          <p:nvPr/>
        </p:nvCxnSpPr>
        <p:spPr>
          <a:xfrm>
            <a:off x="13211038" y="7471707"/>
            <a:ext cx="1632141" cy="7604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0" name="TextBox 699">
            <a:extLst>
              <a:ext uri="{FF2B5EF4-FFF2-40B4-BE49-F238E27FC236}">
                <a16:creationId xmlns:a16="http://schemas.microsoft.com/office/drawing/2014/main" id="{E4A7C142-4666-B58E-0A46-CE141931E879}"/>
              </a:ext>
            </a:extLst>
          </p:cNvPr>
          <p:cNvSpPr txBox="1"/>
          <p:nvPr/>
        </p:nvSpPr>
        <p:spPr>
          <a:xfrm>
            <a:off x="11213528" y="5428413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701" name="TextBox 700">
            <a:extLst>
              <a:ext uri="{FF2B5EF4-FFF2-40B4-BE49-F238E27FC236}">
                <a16:creationId xmlns:a16="http://schemas.microsoft.com/office/drawing/2014/main" id="{622F18B9-C6E9-964B-47B2-7D26C77E5BC6}"/>
              </a:ext>
            </a:extLst>
          </p:cNvPr>
          <p:cNvSpPr txBox="1"/>
          <p:nvPr/>
        </p:nvSpPr>
        <p:spPr>
          <a:xfrm>
            <a:off x="13920843" y="778990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m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54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7347D-ABA9-FB67-A355-00D4BFDD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332CF-33F0-3098-248A-E3A230558A85}"/>
              </a:ext>
            </a:extLst>
          </p:cNvPr>
          <p:cNvSpPr txBox="1"/>
          <p:nvPr/>
        </p:nvSpPr>
        <p:spPr>
          <a:xfrm>
            <a:off x="14310378" y="637931"/>
            <a:ext cx="2511569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극장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D9B25C-A123-3F15-285D-202A6246A121}"/>
              </a:ext>
            </a:extLst>
          </p:cNvPr>
          <p:cNvSpPr txBox="1"/>
          <p:nvPr/>
        </p:nvSpPr>
        <p:spPr>
          <a:xfrm>
            <a:off x="15772152" y="601860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상영관 번호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3A6FDBD-0768-54D9-783D-F491194C871D}"/>
              </a:ext>
            </a:extLst>
          </p:cNvPr>
          <p:cNvSpPr/>
          <p:nvPr/>
        </p:nvSpPr>
        <p:spPr>
          <a:xfrm>
            <a:off x="15826548" y="5792781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0DD279-207E-4F99-8F13-4727390A39FB}"/>
              </a:ext>
            </a:extLst>
          </p:cNvPr>
          <p:cNvSpPr txBox="1"/>
          <p:nvPr/>
        </p:nvSpPr>
        <p:spPr>
          <a:xfrm>
            <a:off x="17504165" y="517314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상영관 형태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82C2B16-2287-2287-0D2E-9F0992EBDBF6}"/>
              </a:ext>
            </a:extLst>
          </p:cNvPr>
          <p:cNvSpPr/>
          <p:nvPr/>
        </p:nvSpPr>
        <p:spPr>
          <a:xfrm>
            <a:off x="17449691" y="4889282"/>
            <a:ext cx="1942988" cy="11422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EC5373-C756-D6DF-1CCA-38F0738E86E3}"/>
              </a:ext>
            </a:extLst>
          </p:cNvPr>
          <p:cNvSpPr txBox="1"/>
          <p:nvPr/>
        </p:nvSpPr>
        <p:spPr>
          <a:xfrm>
            <a:off x="18595669" y="2721335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좌석 번호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F4C327D-EBF7-945C-039D-4D3E73BC2254}"/>
              </a:ext>
            </a:extLst>
          </p:cNvPr>
          <p:cNvSpPr/>
          <p:nvPr/>
        </p:nvSpPr>
        <p:spPr>
          <a:xfrm>
            <a:off x="18601686" y="2382086"/>
            <a:ext cx="1942988" cy="1142287"/>
          </a:xfrm>
          <a:prstGeom prst="ellipse">
            <a:avLst/>
          </a:prstGeom>
          <a:noFill/>
          <a:ln w="127000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06D9CE-60E8-04D5-20E1-57E31D09E71D}"/>
              </a:ext>
            </a:extLst>
          </p:cNvPr>
          <p:cNvSpPr txBox="1"/>
          <p:nvPr/>
        </p:nvSpPr>
        <p:spPr>
          <a:xfrm>
            <a:off x="15142268" y="3731317"/>
            <a:ext cx="2296525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상영관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C4F27C7-BB96-21B7-060B-C17235768857}"/>
              </a:ext>
            </a:extLst>
          </p:cNvPr>
          <p:cNvCxnSpPr>
            <a:cxnSpLocks/>
            <a:stCxn id="61" idx="0"/>
            <a:endCxn id="5" idx="2"/>
          </p:cNvCxnSpPr>
          <p:nvPr/>
        </p:nvCxnSpPr>
        <p:spPr>
          <a:xfrm flipH="1" flipV="1">
            <a:off x="15566163" y="1195328"/>
            <a:ext cx="568132" cy="3966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>
            <a:extLst>
              <a:ext uri="{FF2B5EF4-FFF2-40B4-BE49-F238E27FC236}">
                <a16:creationId xmlns:a16="http://schemas.microsoft.com/office/drawing/2014/main" id="{119A3768-D044-E925-9C91-262BB03143D6}"/>
              </a:ext>
            </a:extLst>
          </p:cNvPr>
          <p:cNvSpPr/>
          <p:nvPr/>
        </p:nvSpPr>
        <p:spPr>
          <a:xfrm>
            <a:off x="15344343" y="1591951"/>
            <a:ext cx="1579904" cy="114228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5AA397-C837-4B01-9F39-478D712FF857}"/>
              </a:ext>
            </a:extLst>
          </p:cNvPr>
          <p:cNvSpPr txBox="1"/>
          <p:nvPr/>
        </p:nvSpPr>
        <p:spPr>
          <a:xfrm>
            <a:off x="8458931" y="3742912"/>
            <a:ext cx="2636655" cy="557397"/>
          </a:xfrm>
          <a:prstGeom prst="rect">
            <a:avLst/>
          </a:prstGeom>
          <a:noFill/>
          <a:ln w="88900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영화 시간표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7A7249-6D52-DD73-A9A5-C8B73230F7B3}"/>
              </a:ext>
            </a:extLst>
          </p:cNvPr>
          <p:cNvSpPr txBox="1"/>
          <p:nvPr/>
        </p:nvSpPr>
        <p:spPr>
          <a:xfrm>
            <a:off x="15518787" y="1794192"/>
            <a:ext cx="1207236" cy="9061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  <a:r>
              <a:rPr lang="en-US" altLang="ko-KR" sz="2644" dirty="0"/>
              <a:t>, </a:t>
            </a:r>
            <a:r>
              <a:rPr lang="ko-KR" altLang="en-US" sz="2644" dirty="0"/>
              <a:t>속함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817FCCC-B009-2D42-D989-CF3A7DBDCC5E}"/>
              </a:ext>
            </a:extLst>
          </p:cNvPr>
          <p:cNvCxnSpPr>
            <a:cxnSpLocks/>
            <a:stCxn id="42" idx="2"/>
            <a:endCxn id="17" idx="0"/>
          </p:cNvCxnSpPr>
          <p:nvPr/>
        </p:nvCxnSpPr>
        <p:spPr>
          <a:xfrm>
            <a:off x="16290531" y="4288714"/>
            <a:ext cx="474668" cy="15040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346CFDC-AEBB-C8C0-AE81-4CF756B44EEC}"/>
              </a:ext>
            </a:extLst>
          </p:cNvPr>
          <p:cNvCxnSpPr>
            <a:cxnSpLocks/>
            <a:stCxn id="42" idx="2"/>
            <a:endCxn id="27" idx="0"/>
          </p:cNvCxnSpPr>
          <p:nvPr/>
        </p:nvCxnSpPr>
        <p:spPr>
          <a:xfrm>
            <a:off x="16290531" y="4288714"/>
            <a:ext cx="2130654" cy="6005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63FBE19-0F99-0A98-5223-B25B2C3924F4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16308930" y="3357090"/>
            <a:ext cx="2577300" cy="3298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7B4B6BE-B109-82B0-E6D4-617B06FCF88F}"/>
              </a:ext>
            </a:extLst>
          </p:cNvPr>
          <p:cNvCxnSpPr>
            <a:cxnSpLocks/>
            <a:stCxn id="100" idx="4"/>
            <a:endCxn id="74" idx="0"/>
          </p:cNvCxnSpPr>
          <p:nvPr/>
        </p:nvCxnSpPr>
        <p:spPr>
          <a:xfrm>
            <a:off x="8241086" y="2010946"/>
            <a:ext cx="1536173" cy="17319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8D753F4-81D0-DA87-B803-E15235422498}"/>
              </a:ext>
            </a:extLst>
          </p:cNvPr>
          <p:cNvCxnSpPr>
            <a:cxnSpLocks/>
            <a:stCxn id="140" idx="3"/>
            <a:endCxn id="74" idx="0"/>
          </p:cNvCxnSpPr>
          <p:nvPr/>
        </p:nvCxnSpPr>
        <p:spPr>
          <a:xfrm flipH="1">
            <a:off x="9777259" y="2070959"/>
            <a:ext cx="818387" cy="167195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270D11F4-6B1A-A0EE-5929-47E5BE9ED3B7}"/>
              </a:ext>
            </a:extLst>
          </p:cNvPr>
          <p:cNvSpPr/>
          <p:nvPr/>
        </p:nvSpPr>
        <p:spPr>
          <a:xfrm>
            <a:off x="7528468" y="1058514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5B931B2-67B7-A40F-0F06-C7BFAFFF5F34}"/>
              </a:ext>
            </a:extLst>
          </p:cNvPr>
          <p:cNvSpPr txBox="1"/>
          <p:nvPr/>
        </p:nvSpPr>
        <p:spPr>
          <a:xfrm>
            <a:off x="7493752" y="1306173"/>
            <a:ext cx="1425237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영화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B21EE1E-B504-1A7A-0E5C-B648224552EB}"/>
              </a:ext>
            </a:extLst>
          </p:cNvPr>
          <p:cNvSpPr txBox="1"/>
          <p:nvPr/>
        </p:nvSpPr>
        <p:spPr>
          <a:xfrm>
            <a:off x="8727780" y="104602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상영관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817A6C-3804-1943-AFD5-139B7EA6152E}"/>
              </a:ext>
            </a:extLst>
          </p:cNvPr>
          <p:cNvSpPr txBox="1"/>
          <p:nvPr/>
        </p:nvSpPr>
        <p:spPr>
          <a:xfrm>
            <a:off x="10127829" y="149851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시간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AA82BC3-A159-9602-C2EE-3EA526EE7893}"/>
              </a:ext>
            </a:extLst>
          </p:cNvPr>
          <p:cNvCxnSpPr>
            <a:cxnSpLocks/>
            <a:stCxn id="131" idx="4"/>
            <a:endCxn id="74" idx="0"/>
          </p:cNvCxnSpPr>
          <p:nvPr/>
        </p:nvCxnSpPr>
        <p:spPr>
          <a:xfrm>
            <a:off x="9689235" y="1734223"/>
            <a:ext cx="88024" cy="20086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41D0EBC-2764-00F5-CF09-55F36CB78C6F}"/>
              </a:ext>
            </a:extLst>
          </p:cNvPr>
          <p:cNvSpPr txBox="1"/>
          <p:nvPr/>
        </p:nvSpPr>
        <p:spPr>
          <a:xfrm>
            <a:off x="11578060" y="113463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요금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748B5C5-8011-F7AC-9BB8-A1725FBB483C}"/>
              </a:ext>
            </a:extLst>
          </p:cNvPr>
          <p:cNvSpPr txBox="1"/>
          <p:nvPr/>
        </p:nvSpPr>
        <p:spPr>
          <a:xfrm>
            <a:off x="2277014" y="9354163"/>
            <a:ext cx="2925157" cy="557397"/>
          </a:xfrm>
          <a:prstGeom prst="rect">
            <a:avLst/>
          </a:prstGeom>
          <a:noFill/>
          <a:ln w="101600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예약 좌석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F388E14-B7F8-7C3D-DF69-47D1B1D43F8B}"/>
              </a:ext>
            </a:extLst>
          </p:cNvPr>
          <p:cNvSpPr txBox="1"/>
          <p:nvPr/>
        </p:nvSpPr>
        <p:spPr>
          <a:xfrm>
            <a:off x="13380600" y="8232180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회원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E31C008-44AE-4851-C453-5F0DC72CD5A6}"/>
              </a:ext>
            </a:extLst>
          </p:cNvPr>
          <p:cNvSpPr/>
          <p:nvPr/>
        </p:nvSpPr>
        <p:spPr>
          <a:xfrm>
            <a:off x="8976617" y="781791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FDAD944C-B936-70FF-B5B1-745E4E9EF9B7}"/>
              </a:ext>
            </a:extLst>
          </p:cNvPr>
          <p:cNvSpPr/>
          <p:nvPr/>
        </p:nvSpPr>
        <p:spPr>
          <a:xfrm>
            <a:off x="11826243" y="905485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94508D04-1897-0229-58B5-29FCF1F9A9BC}"/>
              </a:ext>
            </a:extLst>
          </p:cNvPr>
          <p:cNvSpPr/>
          <p:nvPr/>
        </p:nvSpPr>
        <p:spPr>
          <a:xfrm>
            <a:off x="10386925" y="125800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506C53B-D798-BE44-64C1-543C562CDA7A}"/>
              </a:ext>
            </a:extLst>
          </p:cNvPr>
          <p:cNvCxnSpPr>
            <a:cxnSpLocks/>
            <a:stCxn id="132" idx="4"/>
            <a:endCxn id="74" idx="0"/>
          </p:cNvCxnSpPr>
          <p:nvPr/>
        </p:nvCxnSpPr>
        <p:spPr>
          <a:xfrm flipH="1">
            <a:off x="9777259" y="1857917"/>
            <a:ext cx="2761602" cy="18849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96157524-49B1-1EBE-B90D-F8C6150069D0}"/>
              </a:ext>
            </a:extLst>
          </p:cNvPr>
          <p:cNvCxnSpPr>
            <a:cxnSpLocks/>
            <a:stCxn id="124" idx="2"/>
            <a:endCxn id="179" idx="0"/>
          </p:cNvCxnSpPr>
          <p:nvPr/>
        </p:nvCxnSpPr>
        <p:spPr>
          <a:xfrm flipH="1">
            <a:off x="2110036" y="9911560"/>
            <a:ext cx="1629557" cy="7075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661D5061-313C-4A3E-39D6-03820F7C7988}"/>
              </a:ext>
            </a:extLst>
          </p:cNvPr>
          <p:cNvSpPr txBox="1"/>
          <p:nvPr/>
        </p:nvSpPr>
        <p:spPr>
          <a:xfrm>
            <a:off x="1138540" y="10883503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예약번호</a:t>
            </a:r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86C8628B-FC3E-0294-F3C8-EA922A65D75F}"/>
              </a:ext>
            </a:extLst>
          </p:cNvPr>
          <p:cNvSpPr/>
          <p:nvPr/>
        </p:nvSpPr>
        <p:spPr>
          <a:xfrm>
            <a:off x="1171385" y="10619088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0FD26F24-50A6-1300-BEA6-873FECB7074C}"/>
              </a:ext>
            </a:extLst>
          </p:cNvPr>
          <p:cNvCxnSpPr>
            <a:cxnSpLocks/>
            <a:stCxn id="124" idx="2"/>
            <a:endCxn id="190" idx="0"/>
          </p:cNvCxnSpPr>
          <p:nvPr/>
        </p:nvCxnSpPr>
        <p:spPr>
          <a:xfrm>
            <a:off x="3739593" y="9911560"/>
            <a:ext cx="295764" cy="7704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2685523C-0CF6-1BB6-953F-1CCA9A7C9420}"/>
              </a:ext>
            </a:extLst>
          </p:cNvPr>
          <p:cNvSpPr txBox="1"/>
          <p:nvPr/>
        </p:nvSpPr>
        <p:spPr>
          <a:xfrm>
            <a:off x="3063727" y="1095219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예매 일시</a:t>
            </a: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E0985B56-1CBF-B7A7-9BD2-CC2CC4278CB0}"/>
              </a:ext>
            </a:extLst>
          </p:cNvPr>
          <p:cNvSpPr/>
          <p:nvPr/>
        </p:nvSpPr>
        <p:spPr>
          <a:xfrm>
            <a:off x="3096706" y="10682056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DBDC3E1-6F25-5C9B-EF10-5156FD6BFF57}"/>
              </a:ext>
            </a:extLst>
          </p:cNvPr>
          <p:cNvSpPr txBox="1"/>
          <p:nvPr/>
        </p:nvSpPr>
        <p:spPr>
          <a:xfrm>
            <a:off x="5830828" y="994419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예매 금액</a:t>
            </a: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B81FD406-C3F0-EBF5-DB1A-E4D47809A29D}"/>
              </a:ext>
            </a:extLst>
          </p:cNvPr>
          <p:cNvSpPr/>
          <p:nvPr/>
        </p:nvSpPr>
        <p:spPr>
          <a:xfrm>
            <a:off x="5884533" y="9672418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A4C1F95-1F5A-C231-5BC1-A9E3E564C986}"/>
              </a:ext>
            </a:extLst>
          </p:cNvPr>
          <p:cNvSpPr txBox="1"/>
          <p:nvPr/>
        </p:nvSpPr>
        <p:spPr>
          <a:xfrm>
            <a:off x="5190536" y="1094647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좌석 번호</a:t>
            </a: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1BB72C79-6615-F41A-51DD-8CC72DBFCE23}"/>
              </a:ext>
            </a:extLst>
          </p:cNvPr>
          <p:cNvSpPr/>
          <p:nvPr/>
        </p:nvSpPr>
        <p:spPr>
          <a:xfrm>
            <a:off x="5223381" y="10682056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2F0B52A3-6A96-8A8F-3AB0-3B7D3AF0F92B}"/>
              </a:ext>
            </a:extLst>
          </p:cNvPr>
          <p:cNvCxnSpPr>
            <a:cxnSpLocks/>
            <a:stCxn id="124" idx="2"/>
            <a:endCxn id="194" idx="1"/>
          </p:cNvCxnSpPr>
          <p:nvPr/>
        </p:nvCxnSpPr>
        <p:spPr>
          <a:xfrm>
            <a:off x="3739593" y="9911560"/>
            <a:ext cx="1758712" cy="9193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C58AC8B-F41F-BCCE-CCC8-3EF94F9611E0}"/>
              </a:ext>
            </a:extLst>
          </p:cNvPr>
          <p:cNvCxnSpPr>
            <a:cxnSpLocks/>
            <a:stCxn id="124" idx="2"/>
            <a:endCxn id="192" idx="2"/>
          </p:cNvCxnSpPr>
          <p:nvPr/>
        </p:nvCxnSpPr>
        <p:spPr>
          <a:xfrm>
            <a:off x="3739593" y="9911560"/>
            <a:ext cx="2144940" cy="2690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4379D08E-F6AA-C769-4C4A-797E07D3BAB6}"/>
              </a:ext>
            </a:extLst>
          </p:cNvPr>
          <p:cNvCxnSpPr>
            <a:cxnSpLocks/>
            <a:endCxn id="82" idx="2"/>
          </p:cNvCxnSpPr>
          <p:nvPr/>
        </p:nvCxnSpPr>
        <p:spPr>
          <a:xfrm flipH="1" flipV="1">
            <a:off x="16122405" y="2700337"/>
            <a:ext cx="142159" cy="9977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17CA8A5-C7B7-15EE-B09B-672E8627B007}"/>
              </a:ext>
            </a:extLst>
          </p:cNvPr>
          <p:cNvSpPr txBox="1"/>
          <p:nvPr/>
        </p:nvSpPr>
        <p:spPr>
          <a:xfrm>
            <a:off x="15364483" y="119894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50DE58A-898D-B1CD-CCED-203BDFE3DFE6}"/>
              </a:ext>
            </a:extLst>
          </p:cNvPr>
          <p:cNvSpPr txBox="1"/>
          <p:nvPr/>
        </p:nvSpPr>
        <p:spPr>
          <a:xfrm>
            <a:off x="16290530" y="3117056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D854B952-319E-C57E-7C1B-812441069952}"/>
              </a:ext>
            </a:extLst>
          </p:cNvPr>
          <p:cNvSpPr txBox="1"/>
          <p:nvPr/>
        </p:nvSpPr>
        <p:spPr>
          <a:xfrm>
            <a:off x="6507406" y="7246986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배치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8BD50C1F-0E63-6A43-A1FA-ACDC308A72CA}"/>
              </a:ext>
            </a:extLst>
          </p:cNvPr>
          <p:cNvSpPr txBox="1"/>
          <p:nvPr/>
        </p:nvSpPr>
        <p:spPr>
          <a:xfrm>
            <a:off x="10214883" y="1018538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아이디</a:t>
            </a:r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4296ABD2-687C-A80B-49BB-CCEE6B093486}"/>
              </a:ext>
            </a:extLst>
          </p:cNvPr>
          <p:cNvSpPr/>
          <p:nvPr/>
        </p:nvSpPr>
        <p:spPr>
          <a:xfrm>
            <a:off x="11919280" y="9906419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1B785192-6A78-6BA0-012D-58C24B331851}"/>
              </a:ext>
            </a:extLst>
          </p:cNvPr>
          <p:cNvCxnSpPr>
            <a:cxnSpLocks/>
            <a:stCxn id="125" idx="2"/>
            <a:endCxn id="328" idx="0"/>
          </p:cNvCxnSpPr>
          <p:nvPr/>
        </p:nvCxnSpPr>
        <p:spPr>
          <a:xfrm flipH="1">
            <a:off x="12631898" y="8789577"/>
            <a:ext cx="2211281" cy="11168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4" name="TextBox 333">
            <a:extLst>
              <a:ext uri="{FF2B5EF4-FFF2-40B4-BE49-F238E27FC236}">
                <a16:creationId xmlns:a16="http://schemas.microsoft.com/office/drawing/2014/main" id="{A3DF83F6-6023-6520-4518-60D0AEE0AA6F}"/>
              </a:ext>
            </a:extLst>
          </p:cNvPr>
          <p:cNvSpPr txBox="1"/>
          <p:nvPr/>
        </p:nvSpPr>
        <p:spPr>
          <a:xfrm>
            <a:off x="13132290" y="1016951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비밀번호</a:t>
            </a:r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2F36613B-9681-5C0B-C628-4034698E7D38}"/>
              </a:ext>
            </a:extLst>
          </p:cNvPr>
          <p:cNvSpPr/>
          <p:nvPr/>
        </p:nvSpPr>
        <p:spPr>
          <a:xfrm>
            <a:off x="13392535" y="9938526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6B8818A1-151D-1030-2DEB-C8AC713F3495}"/>
              </a:ext>
            </a:extLst>
          </p:cNvPr>
          <p:cNvCxnSpPr>
            <a:cxnSpLocks/>
            <a:stCxn id="125" idx="2"/>
            <a:endCxn id="335" idx="0"/>
          </p:cNvCxnSpPr>
          <p:nvPr/>
        </p:nvCxnSpPr>
        <p:spPr>
          <a:xfrm flipH="1">
            <a:off x="14105153" y="8789577"/>
            <a:ext cx="738026" cy="11489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E787DFFE-49EB-347C-1D4E-5CECDD3F0022}"/>
              </a:ext>
            </a:extLst>
          </p:cNvPr>
          <p:cNvSpPr txBox="1"/>
          <p:nvPr/>
        </p:nvSpPr>
        <p:spPr>
          <a:xfrm>
            <a:off x="14647746" y="1014162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이름</a:t>
            </a:r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6F32E478-F3FD-308D-8C87-DE9CD75377DA}"/>
              </a:ext>
            </a:extLst>
          </p:cNvPr>
          <p:cNvSpPr/>
          <p:nvPr/>
        </p:nvSpPr>
        <p:spPr>
          <a:xfrm>
            <a:off x="14924441" y="9915804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57D815DF-3B04-09D2-269E-FDE0134B7AF4}"/>
              </a:ext>
            </a:extLst>
          </p:cNvPr>
          <p:cNvSpPr txBox="1"/>
          <p:nvPr/>
        </p:nvSpPr>
        <p:spPr>
          <a:xfrm>
            <a:off x="17644247" y="9613965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할인율</a:t>
            </a:r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31F5A71B-21AC-64DB-C94F-E9A54761AD9B}"/>
              </a:ext>
            </a:extLst>
          </p:cNvPr>
          <p:cNvSpPr/>
          <p:nvPr/>
        </p:nvSpPr>
        <p:spPr>
          <a:xfrm>
            <a:off x="17934395" y="9367110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EFD4022E-6E22-D93F-E92D-F17E62F6AFFA}"/>
              </a:ext>
            </a:extLst>
          </p:cNvPr>
          <p:cNvCxnSpPr>
            <a:cxnSpLocks/>
            <a:stCxn id="125" idx="2"/>
            <a:endCxn id="342" idx="0"/>
          </p:cNvCxnSpPr>
          <p:nvPr/>
        </p:nvCxnSpPr>
        <p:spPr>
          <a:xfrm>
            <a:off x="14843179" y="8789577"/>
            <a:ext cx="793880" cy="11262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10EC4528-62A1-70F8-059C-FC36D2B7F414}"/>
              </a:ext>
            </a:extLst>
          </p:cNvPr>
          <p:cNvCxnSpPr>
            <a:cxnSpLocks/>
            <a:stCxn id="125" idx="2"/>
            <a:endCxn id="344" idx="0"/>
          </p:cNvCxnSpPr>
          <p:nvPr/>
        </p:nvCxnSpPr>
        <p:spPr>
          <a:xfrm>
            <a:off x="14843179" y="8789577"/>
            <a:ext cx="3803834" cy="5775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1" name="타원 350">
            <a:extLst>
              <a:ext uri="{FF2B5EF4-FFF2-40B4-BE49-F238E27FC236}">
                <a16:creationId xmlns:a16="http://schemas.microsoft.com/office/drawing/2014/main" id="{9DAF0219-81DA-D53A-E86A-9B5E4B89ECE4}"/>
              </a:ext>
            </a:extLst>
          </p:cNvPr>
          <p:cNvSpPr/>
          <p:nvPr/>
        </p:nvSpPr>
        <p:spPr>
          <a:xfrm>
            <a:off x="10453333" y="9934786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53" name="직선 연결선 352">
            <a:extLst>
              <a:ext uri="{FF2B5EF4-FFF2-40B4-BE49-F238E27FC236}">
                <a16:creationId xmlns:a16="http://schemas.microsoft.com/office/drawing/2014/main" id="{22BD7B21-8FFA-D224-FE81-5C0AF1B0E85E}"/>
              </a:ext>
            </a:extLst>
          </p:cNvPr>
          <p:cNvCxnSpPr>
            <a:cxnSpLocks/>
            <a:stCxn id="125" idx="2"/>
            <a:endCxn id="351" idx="0"/>
          </p:cNvCxnSpPr>
          <p:nvPr/>
        </p:nvCxnSpPr>
        <p:spPr>
          <a:xfrm flipH="1">
            <a:off x="11165951" y="8789577"/>
            <a:ext cx="3677228" cy="11452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2" name="다이아몬드 381">
            <a:extLst>
              <a:ext uri="{FF2B5EF4-FFF2-40B4-BE49-F238E27FC236}">
                <a16:creationId xmlns:a16="http://schemas.microsoft.com/office/drawing/2014/main" id="{6D8EEB10-F786-6DB6-0532-4C9C20740ABB}"/>
              </a:ext>
            </a:extLst>
          </p:cNvPr>
          <p:cNvSpPr/>
          <p:nvPr/>
        </p:nvSpPr>
        <p:spPr>
          <a:xfrm>
            <a:off x="11124627" y="5778258"/>
            <a:ext cx="1615856" cy="1193445"/>
          </a:xfrm>
          <a:prstGeom prst="diamond">
            <a:avLst/>
          </a:prstGeom>
          <a:noFill/>
          <a:ln w="2540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24A63B97-1B5C-51FE-90FE-1B57C35182D5}"/>
              </a:ext>
            </a:extLst>
          </p:cNvPr>
          <p:cNvCxnSpPr>
            <a:cxnSpLocks/>
            <a:stCxn id="74" idx="2"/>
            <a:endCxn id="382" idx="1"/>
          </p:cNvCxnSpPr>
          <p:nvPr/>
        </p:nvCxnSpPr>
        <p:spPr>
          <a:xfrm>
            <a:off x="9777259" y="4300309"/>
            <a:ext cx="1347368" cy="207467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3" name="다이아몬드 402">
            <a:extLst>
              <a:ext uri="{FF2B5EF4-FFF2-40B4-BE49-F238E27FC236}">
                <a16:creationId xmlns:a16="http://schemas.microsoft.com/office/drawing/2014/main" id="{D8B374A5-114C-B29B-B092-9AA94C0F97F8}"/>
              </a:ext>
            </a:extLst>
          </p:cNvPr>
          <p:cNvSpPr/>
          <p:nvPr/>
        </p:nvSpPr>
        <p:spPr>
          <a:xfrm>
            <a:off x="8459514" y="8260581"/>
            <a:ext cx="1615856" cy="1193445"/>
          </a:xfrm>
          <a:prstGeom prst="diamond">
            <a:avLst/>
          </a:prstGeom>
          <a:noFill/>
          <a:ln w="2540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A56196E7-F5E8-CDE7-74D9-C142DCB28C66}"/>
              </a:ext>
            </a:extLst>
          </p:cNvPr>
          <p:cNvSpPr txBox="1"/>
          <p:nvPr/>
        </p:nvSpPr>
        <p:spPr>
          <a:xfrm>
            <a:off x="8488322" y="8660372"/>
            <a:ext cx="1521017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예약</a:t>
            </a:r>
          </a:p>
        </p:txBody>
      </p:sp>
      <p:sp>
        <p:nvSpPr>
          <p:cNvPr id="442" name="다이아몬드 441">
            <a:extLst>
              <a:ext uri="{FF2B5EF4-FFF2-40B4-BE49-F238E27FC236}">
                <a16:creationId xmlns:a16="http://schemas.microsoft.com/office/drawing/2014/main" id="{D1EDABDB-4E85-1446-4098-F0AB3DCA8A46}"/>
              </a:ext>
            </a:extLst>
          </p:cNvPr>
          <p:cNvSpPr/>
          <p:nvPr/>
        </p:nvSpPr>
        <p:spPr>
          <a:xfrm>
            <a:off x="12313650" y="3123020"/>
            <a:ext cx="1615856" cy="1193445"/>
          </a:xfrm>
          <a:prstGeom prst="diamond">
            <a:avLst/>
          </a:prstGeom>
          <a:noFill/>
          <a:ln w="127000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C8884269-C68E-585A-A7CB-01B3743062B1}"/>
              </a:ext>
            </a:extLst>
          </p:cNvPr>
          <p:cNvSpPr txBox="1"/>
          <p:nvPr/>
        </p:nvSpPr>
        <p:spPr>
          <a:xfrm>
            <a:off x="12538862" y="3408303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배정</a:t>
            </a:r>
          </a:p>
        </p:txBody>
      </p:sp>
      <p:cxnSp>
        <p:nvCxnSpPr>
          <p:cNvPr id="447" name="직선 연결선 446">
            <a:extLst>
              <a:ext uri="{FF2B5EF4-FFF2-40B4-BE49-F238E27FC236}">
                <a16:creationId xmlns:a16="http://schemas.microsoft.com/office/drawing/2014/main" id="{FC01BADC-7306-D9F6-E185-20712AB2AEDE}"/>
              </a:ext>
            </a:extLst>
          </p:cNvPr>
          <p:cNvCxnSpPr>
            <a:cxnSpLocks/>
            <a:stCxn id="442" idx="3"/>
            <a:endCxn id="42" idx="0"/>
          </p:cNvCxnSpPr>
          <p:nvPr/>
        </p:nvCxnSpPr>
        <p:spPr>
          <a:xfrm>
            <a:off x="13929506" y="3719743"/>
            <a:ext cx="2361025" cy="115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C5EF1BAB-8F7F-D65A-E75A-13299D7C453B}"/>
              </a:ext>
            </a:extLst>
          </p:cNvPr>
          <p:cNvSpPr txBox="1"/>
          <p:nvPr/>
        </p:nvSpPr>
        <p:spPr>
          <a:xfrm>
            <a:off x="11146316" y="6205781"/>
            <a:ext cx="1627011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정보제공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43BD7557-E227-C902-47C5-3B7F0FC0ECA9}"/>
              </a:ext>
            </a:extLst>
          </p:cNvPr>
          <p:cNvSpPr txBox="1"/>
          <p:nvPr/>
        </p:nvSpPr>
        <p:spPr>
          <a:xfrm>
            <a:off x="15162802" y="3140796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9F2CD4AA-8104-6F16-8D63-BE7582F3E694}"/>
              </a:ext>
            </a:extLst>
          </p:cNvPr>
          <p:cNvSpPr txBox="1"/>
          <p:nvPr/>
        </p:nvSpPr>
        <p:spPr>
          <a:xfrm>
            <a:off x="11647798" y="9990242"/>
            <a:ext cx="1942988" cy="790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67" dirty="0"/>
              <a:t>관리자 승인여부</a:t>
            </a:r>
          </a:p>
        </p:txBody>
      </p:sp>
      <p:cxnSp>
        <p:nvCxnSpPr>
          <p:cNvPr id="511" name="직선 연결선 510">
            <a:extLst>
              <a:ext uri="{FF2B5EF4-FFF2-40B4-BE49-F238E27FC236}">
                <a16:creationId xmlns:a16="http://schemas.microsoft.com/office/drawing/2014/main" id="{AA7054E8-75DC-3DFA-5FE6-A7300FAB6097}"/>
              </a:ext>
            </a:extLst>
          </p:cNvPr>
          <p:cNvCxnSpPr>
            <a:cxnSpLocks/>
            <a:stCxn id="125" idx="2"/>
            <a:endCxn id="515" idx="2"/>
          </p:cNvCxnSpPr>
          <p:nvPr/>
        </p:nvCxnSpPr>
        <p:spPr>
          <a:xfrm flipV="1">
            <a:off x="14843179" y="8775959"/>
            <a:ext cx="3012907" cy="136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3041C241-69E8-EDCC-1BA7-97CB65E45E79}"/>
              </a:ext>
            </a:extLst>
          </p:cNvPr>
          <p:cNvSpPr txBox="1"/>
          <p:nvPr/>
        </p:nvSpPr>
        <p:spPr>
          <a:xfrm>
            <a:off x="17618866" y="853794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등급</a:t>
            </a:r>
          </a:p>
        </p:txBody>
      </p:sp>
      <p:sp>
        <p:nvSpPr>
          <p:cNvPr id="515" name="타원 514">
            <a:extLst>
              <a:ext uri="{FF2B5EF4-FFF2-40B4-BE49-F238E27FC236}">
                <a16:creationId xmlns:a16="http://schemas.microsoft.com/office/drawing/2014/main" id="{527027EF-DFA9-5F16-A8AF-2AA3C243A7AA}"/>
              </a:ext>
            </a:extLst>
          </p:cNvPr>
          <p:cNvSpPr/>
          <p:nvPr/>
        </p:nvSpPr>
        <p:spPr>
          <a:xfrm>
            <a:off x="17856086" y="8299743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525" name="타원 524">
            <a:extLst>
              <a:ext uri="{FF2B5EF4-FFF2-40B4-BE49-F238E27FC236}">
                <a16:creationId xmlns:a16="http://schemas.microsoft.com/office/drawing/2014/main" id="{281C0E82-95F7-BEBF-4B4D-F528317D4032}"/>
              </a:ext>
            </a:extLst>
          </p:cNvPr>
          <p:cNvSpPr/>
          <p:nvPr/>
        </p:nvSpPr>
        <p:spPr>
          <a:xfrm>
            <a:off x="16420709" y="9884800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8D58778C-D1D3-67B6-A0D1-840C7E365078}"/>
              </a:ext>
            </a:extLst>
          </p:cNvPr>
          <p:cNvSpPr txBox="1"/>
          <p:nvPr/>
        </p:nvSpPr>
        <p:spPr>
          <a:xfrm>
            <a:off x="16134796" y="1013047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신용카드</a:t>
            </a:r>
          </a:p>
        </p:txBody>
      </p:sp>
      <p:cxnSp>
        <p:nvCxnSpPr>
          <p:cNvPr id="531" name="직선 연결선 530">
            <a:extLst>
              <a:ext uri="{FF2B5EF4-FFF2-40B4-BE49-F238E27FC236}">
                <a16:creationId xmlns:a16="http://schemas.microsoft.com/office/drawing/2014/main" id="{54BF9988-362A-FC33-5CB9-8D8F7ADC4472}"/>
              </a:ext>
            </a:extLst>
          </p:cNvPr>
          <p:cNvCxnSpPr>
            <a:cxnSpLocks/>
            <a:stCxn id="125" idx="2"/>
            <a:endCxn id="525" idx="0"/>
          </p:cNvCxnSpPr>
          <p:nvPr/>
        </p:nvCxnSpPr>
        <p:spPr>
          <a:xfrm>
            <a:off x="14843179" y="8789577"/>
            <a:ext cx="2290148" cy="10952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82A224C0-6E29-69D1-16BA-65E532F4E1CC}"/>
              </a:ext>
            </a:extLst>
          </p:cNvPr>
          <p:cNvCxnSpPr>
            <a:cxnSpLocks/>
            <a:stCxn id="124" idx="3"/>
            <a:endCxn id="403" idx="1"/>
          </p:cNvCxnSpPr>
          <p:nvPr/>
        </p:nvCxnSpPr>
        <p:spPr>
          <a:xfrm flipV="1">
            <a:off x="5202171" y="8857304"/>
            <a:ext cx="3257343" cy="7755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1" name="직선 연결선 540">
            <a:extLst>
              <a:ext uri="{FF2B5EF4-FFF2-40B4-BE49-F238E27FC236}">
                <a16:creationId xmlns:a16="http://schemas.microsoft.com/office/drawing/2014/main" id="{6BA4A88E-9596-6CE1-AA93-6759B9500D23}"/>
              </a:ext>
            </a:extLst>
          </p:cNvPr>
          <p:cNvCxnSpPr>
            <a:cxnSpLocks/>
            <a:stCxn id="403" idx="3"/>
            <a:endCxn id="125" idx="1"/>
          </p:cNvCxnSpPr>
          <p:nvPr/>
        </p:nvCxnSpPr>
        <p:spPr>
          <a:xfrm flipV="1">
            <a:off x="10075370" y="8510879"/>
            <a:ext cx="3305230" cy="3464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451DAF4C-33A1-E6CC-7771-47E855A4C436}"/>
              </a:ext>
            </a:extLst>
          </p:cNvPr>
          <p:cNvCxnSpPr>
            <a:cxnSpLocks/>
            <a:stCxn id="455" idx="3"/>
          </p:cNvCxnSpPr>
          <p:nvPr/>
        </p:nvCxnSpPr>
        <p:spPr>
          <a:xfrm>
            <a:off x="12773327" y="6455401"/>
            <a:ext cx="2025374" cy="17897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4" name="직선 연결선 663">
            <a:extLst>
              <a:ext uri="{FF2B5EF4-FFF2-40B4-BE49-F238E27FC236}">
                <a16:creationId xmlns:a16="http://schemas.microsoft.com/office/drawing/2014/main" id="{38507E67-17D8-63D3-EF05-D18099263A73}"/>
              </a:ext>
            </a:extLst>
          </p:cNvPr>
          <p:cNvCxnSpPr>
            <a:cxnSpLocks/>
            <a:stCxn id="74" idx="2"/>
            <a:endCxn id="64" idx="3"/>
          </p:cNvCxnSpPr>
          <p:nvPr/>
        </p:nvCxnSpPr>
        <p:spPr>
          <a:xfrm flipH="1">
            <a:off x="6651983" y="4300309"/>
            <a:ext cx="3125276" cy="13931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1" name="직선 연결선 670">
            <a:extLst>
              <a:ext uri="{FF2B5EF4-FFF2-40B4-BE49-F238E27FC236}">
                <a16:creationId xmlns:a16="http://schemas.microsoft.com/office/drawing/2014/main" id="{F51688FA-7591-C795-B879-A5C1CCCB15CA}"/>
              </a:ext>
            </a:extLst>
          </p:cNvPr>
          <p:cNvCxnSpPr>
            <a:cxnSpLocks/>
            <a:stCxn id="79" idx="1"/>
            <a:endCxn id="124" idx="0"/>
          </p:cNvCxnSpPr>
          <p:nvPr/>
        </p:nvCxnSpPr>
        <p:spPr>
          <a:xfrm flipH="1">
            <a:off x="3739593" y="7542932"/>
            <a:ext cx="2553161" cy="1811231"/>
          </a:xfrm>
          <a:prstGeom prst="line">
            <a:avLst/>
          </a:prstGeom>
          <a:ln w="8890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9" name="TextBox 678">
            <a:extLst>
              <a:ext uri="{FF2B5EF4-FFF2-40B4-BE49-F238E27FC236}">
                <a16:creationId xmlns:a16="http://schemas.microsoft.com/office/drawing/2014/main" id="{46445693-9675-053E-45FC-E0FF47BBECA6}"/>
              </a:ext>
            </a:extLst>
          </p:cNvPr>
          <p:cNvSpPr txBox="1"/>
          <p:nvPr/>
        </p:nvSpPr>
        <p:spPr>
          <a:xfrm>
            <a:off x="3336232" y="8857305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80" name="TextBox 679">
            <a:extLst>
              <a:ext uri="{FF2B5EF4-FFF2-40B4-BE49-F238E27FC236}">
                <a16:creationId xmlns:a16="http://schemas.microsoft.com/office/drawing/2014/main" id="{CC20D1DD-6B82-83FA-4A42-7B681157D674}"/>
              </a:ext>
            </a:extLst>
          </p:cNvPr>
          <p:cNvSpPr txBox="1"/>
          <p:nvPr/>
        </p:nvSpPr>
        <p:spPr>
          <a:xfrm>
            <a:off x="12977240" y="8501473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4E5C6DD3-B35C-080C-BEF0-961CFBCDE974}"/>
              </a:ext>
            </a:extLst>
          </p:cNvPr>
          <p:cNvSpPr txBox="1"/>
          <p:nvPr/>
        </p:nvSpPr>
        <p:spPr>
          <a:xfrm>
            <a:off x="5223381" y="9082460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m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CD77217-BBAF-4281-7145-217E17B17E08}"/>
              </a:ext>
            </a:extLst>
          </p:cNvPr>
          <p:cNvCxnSpPr>
            <a:cxnSpLocks/>
            <a:stCxn id="442" idx="1"/>
            <a:endCxn id="74" idx="3"/>
          </p:cNvCxnSpPr>
          <p:nvPr/>
        </p:nvCxnSpPr>
        <p:spPr>
          <a:xfrm flipH="1">
            <a:off x="11095586" y="3719743"/>
            <a:ext cx="1218064" cy="301868"/>
          </a:xfrm>
          <a:prstGeom prst="line">
            <a:avLst/>
          </a:prstGeom>
          <a:ln w="8890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6D5ABC8-B6F9-7221-F380-30FEA5A5D1CC}"/>
              </a:ext>
            </a:extLst>
          </p:cNvPr>
          <p:cNvSpPr txBox="1"/>
          <p:nvPr/>
        </p:nvSpPr>
        <p:spPr>
          <a:xfrm>
            <a:off x="2092373" y="2516271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영화</a:t>
            </a:r>
            <a:endParaRPr lang="en-US" altLang="ko-KR" sz="3022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5506AF-3349-3063-45F7-FD8BB56BF708}"/>
              </a:ext>
            </a:extLst>
          </p:cNvPr>
          <p:cNvSpPr txBox="1"/>
          <p:nvPr/>
        </p:nvSpPr>
        <p:spPr>
          <a:xfrm>
            <a:off x="1915806" y="456110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감독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6B33D8-86EA-BEEE-2440-42C8A76EC714}"/>
              </a:ext>
            </a:extLst>
          </p:cNvPr>
          <p:cNvSpPr/>
          <p:nvPr/>
        </p:nvSpPr>
        <p:spPr>
          <a:xfrm>
            <a:off x="2152375" y="220521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2807156-2F33-87A6-60D8-57B3C9F1A2C8}"/>
              </a:ext>
            </a:extLst>
          </p:cNvPr>
          <p:cNvSpPr/>
          <p:nvPr/>
        </p:nvSpPr>
        <p:spPr>
          <a:xfrm>
            <a:off x="831892" y="65500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1782C1-0DF1-D6F6-223F-3B5C3F273FAD}"/>
              </a:ext>
            </a:extLst>
          </p:cNvPr>
          <p:cNvSpPr txBox="1"/>
          <p:nvPr/>
        </p:nvSpPr>
        <p:spPr>
          <a:xfrm>
            <a:off x="559073" y="1962256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고유번호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2536280-37FB-9970-25C1-054487A08CE9}"/>
              </a:ext>
            </a:extLst>
          </p:cNvPr>
          <p:cNvSpPr/>
          <p:nvPr/>
        </p:nvSpPr>
        <p:spPr>
          <a:xfrm>
            <a:off x="798310" y="171908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1D9F522D-54CC-1D3E-3AFC-AEE10A798255}"/>
              </a:ext>
            </a:extLst>
          </p:cNvPr>
          <p:cNvSpPr txBox="1"/>
          <p:nvPr/>
        </p:nvSpPr>
        <p:spPr>
          <a:xfrm>
            <a:off x="5164660" y="210370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영화제목</a:t>
            </a:r>
          </a:p>
        </p:txBody>
      </p:sp>
      <p:sp>
        <p:nvSpPr>
          <p:cNvPr id="449" name="타원 448">
            <a:extLst>
              <a:ext uri="{FF2B5EF4-FFF2-40B4-BE49-F238E27FC236}">
                <a16:creationId xmlns:a16="http://schemas.microsoft.com/office/drawing/2014/main" id="{98BB8D7C-DD32-8E41-C7E1-42AB885C22CE}"/>
              </a:ext>
            </a:extLst>
          </p:cNvPr>
          <p:cNvSpPr/>
          <p:nvPr/>
        </p:nvSpPr>
        <p:spPr>
          <a:xfrm>
            <a:off x="5393634" y="1903504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6FEDC4C-0198-AAA6-C607-28E2B2FDF5B5}"/>
              </a:ext>
            </a:extLst>
          </p:cNvPr>
          <p:cNvSpPr txBox="1"/>
          <p:nvPr/>
        </p:nvSpPr>
        <p:spPr>
          <a:xfrm>
            <a:off x="4513419" y="1218676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포스터</a:t>
            </a:r>
          </a:p>
        </p:txBody>
      </p:sp>
      <p:sp>
        <p:nvSpPr>
          <p:cNvPr id="451" name="타원 450">
            <a:extLst>
              <a:ext uri="{FF2B5EF4-FFF2-40B4-BE49-F238E27FC236}">
                <a16:creationId xmlns:a16="http://schemas.microsoft.com/office/drawing/2014/main" id="{B229B92F-AFA8-EC8F-08A2-BE05314CA8FA}"/>
              </a:ext>
            </a:extLst>
          </p:cNvPr>
          <p:cNvSpPr/>
          <p:nvPr/>
        </p:nvSpPr>
        <p:spPr>
          <a:xfrm>
            <a:off x="4767189" y="957549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79C8AFA-B8CD-9A31-9E8B-338599A75602}"/>
              </a:ext>
            </a:extLst>
          </p:cNvPr>
          <p:cNvSpPr txBox="1"/>
          <p:nvPr/>
        </p:nvSpPr>
        <p:spPr>
          <a:xfrm>
            <a:off x="3479192" y="47842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주연배우</a:t>
            </a:r>
          </a:p>
        </p:txBody>
      </p:sp>
      <p:sp>
        <p:nvSpPr>
          <p:cNvPr id="453" name="타원 452">
            <a:extLst>
              <a:ext uri="{FF2B5EF4-FFF2-40B4-BE49-F238E27FC236}">
                <a16:creationId xmlns:a16="http://schemas.microsoft.com/office/drawing/2014/main" id="{26E9B315-D58E-B2DC-0E4C-B69A8109EA45}"/>
              </a:ext>
            </a:extLst>
          </p:cNvPr>
          <p:cNvSpPr/>
          <p:nvPr/>
        </p:nvSpPr>
        <p:spPr>
          <a:xfrm>
            <a:off x="3727670" y="244863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454" name="직선 연결선 453">
            <a:extLst>
              <a:ext uri="{FF2B5EF4-FFF2-40B4-BE49-F238E27FC236}">
                <a16:creationId xmlns:a16="http://schemas.microsoft.com/office/drawing/2014/main" id="{69F80E10-56AA-9F93-012D-3C42B7741117}"/>
              </a:ext>
            </a:extLst>
          </p:cNvPr>
          <p:cNvCxnSpPr>
            <a:cxnSpLocks/>
            <a:stCxn id="57" idx="0"/>
            <a:endCxn id="63" idx="6"/>
          </p:cNvCxnSpPr>
          <p:nvPr/>
        </p:nvCxnSpPr>
        <p:spPr>
          <a:xfrm flipH="1" flipV="1">
            <a:off x="2223546" y="2195303"/>
            <a:ext cx="1331406" cy="3209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직선 연결선 455">
            <a:extLst>
              <a:ext uri="{FF2B5EF4-FFF2-40B4-BE49-F238E27FC236}">
                <a16:creationId xmlns:a16="http://schemas.microsoft.com/office/drawing/2014/main" id="{43334B9B-4441-DAF2-CA21-C52C9F907345}"/>
              </a:ext>
            </a:extLst>
          </p:cNvPr>
          <p:cNvCxnSpPr>
            <a:cxnSpLocks/>
            <a:stCxn id="57" idx="0"/>
            <a:endCxn id="449" idx="2"/>
          </p:cNvCxnSpPr>
          <p:nvPr/>
        </p:nvCxnSpPr>
        <p:spPr>
          <a:xfrm flipV="1">
            <a:off x="3554952" y="2379720"/>
            <a:ext cx="1838682" cy="1365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7" name="직선 연결선 456">
            <a:extLst>
              <a:ext uri="{FF2B5EF4-FFF2-40B4-BE49-F238E27FC236}">
                <a16:creationId xmlns:a16="http://schemas.microsoft.com/office/drawing/2014/main" id="{085EC1FE-2DC7-D7A5-1C0E-734B22578AFA}"/>
              </a:ext>
            </a:extLst>
          </p:cNvPr>
          <p:cNvCxnSpPr>
            <a:cxnSpLocks/>
            <a:stCxn id="57" idx="0"/>
            <a:endCxn id="451" idx="3"/>
          </p:cNvCxnSpPr>
          <p:nvPr/>
        </p:nvCxnSpPr>
        <p:spPr>
          <a:xfrm flipV="1">
            <a:off x="3554952" y="1770501"/>
            <a:ext cx="1420958" cy="74577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8" name="TextBox 457">
            <a:extLst>
              <a:ext uri="{FF2B5EF4-FFF2-40B4-BE49-F238E27FC236}">
                <a16:creationId xmlns:a16="http://schemas.microsoft.com/office/drawing/2014/main" id="{014769F1-8A70-1C0C-B6F3-840F5754CD3A}"/>
              </a:ext>
            </a:extLst>
          </p:cNvPr>
          <p:cNvSpPr txBox="1"/>
          <p:nvPr/>
        </p:nvSpPr>
        <p:spPr>
          <a:xfrm>
            <a:off x="769526" y="913822"/>
            <a:ext cx="1491620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장르</a:t>
            </a:r>
          </a:p>
        </p:txBody>
      </p:sp>
      <p:cxnSp>
        <p:nvCxnSpPr>
          <p:cNvPr id="459" name="직선 연결선 458">
            <a:extLst>
              <a:ext uri="{FF2B5EF4-FFF2-40B4-BE49-F238E27FC236}">
                <a16:creationId xmlns:a16="http://schemas.microsoft.com/office/drawing/2014/main" id="{5BA9F25C-C59A-0416-7FEA-B97954B15E3F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1544510" y="1607439"/>
            <a:ext cx="2010442" cy="9088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4F066B54-7408-980F-E32B-C55B3D44B1D7}"/>
              </a:ext>
            </a:extLst>
          </p:cNvPr>
          <p:cNvCxnSpPr>
            <a:cxnSpLocks/>
            <a:stCxn id="59" idx="4"/>
            <a:endCxn id="57" idx="0"/>
          </p:cNvCxnSpPr>
          <p:nvPr/>
        </p:nvCxnSpPr>
        <p:spPr>
          <a:xfrm>
            <a:off x="2864993" y="1172953"/>
            <a:ext cx="689959" cy="13433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직선 연결선 460">
            <a:extLst>
              <a:ext uri="{FF2B5EF4-FFF2-40B4-BE49-F238E27FC236}">
                <a16:creationId xmlns:a16="http://schemas.microsoft.com/office/drawing/2014/main" id="{80EB5C3E-5F3F-10BF-9264-C47A0E77F832}"/>
              </a:ext>
            </a:extLst>
          </p:cNvPr>
          <p:cNvCxnSpPr>
            <a:cxnSpLocks/>
            <a:stCxn id="453" idx="3"/>
            <a:endCxn id="57" idx="0"/>
          </p:cNvCxnSpPr>
          <p:nvPr/>
        </p:nvCxnSpPr>
        <p:spPr>
          <a:xfrm flipH="1">
            <a:off x="3554952" y="1057815"/>
            <a:ext cx="381439" cy="14584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61447140-81F7-1628-3DC4-E8072124CFF9}"/>
              </a:ext>
            </a:extLst>
          </p:cNvPr>
          <p:cNvSpPr txBox="1"/>
          <p:nvPr/>
        </p:nvSpPr>
        <p:spPr>
          <a:xfrm>
            <a:off x="1648741" y="5665351"/>
            <a:ext cx="2511569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관리자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7BCF6493-445C-A1CE-8F14-1A22FB279EF2}"/>
              </a:ext>
            </a:extLst>
          </p:cNvPr>
          <p:cNvSpPr txBox="1"/>
          <p:nvPr/>
        </p:nvSpPr>
        <p:spPr>
          <a:xfrm>
            <a:off x="936514" y="6821043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아이디</a:t>
            </a:r>
          </a:p>
        </p:txBody>
      </p:sp>
      <p:sp>
        <p:nvSpPr>
          <p:cNvPr id="494" name="타원 493">
            <a:extLst>
              <a:ext uri="{FF2B5EF4-FFF2-40B4-BE49-F238E27FC236}">
                <a16:creationId xmlns:a16="http://schemas.microsoft.com/office/drawing/2014/main" id="{327573D2-935A-2BEA-B86A-396C3D249517}"/>
              </a:ext>
            </a:extLst>
          </p:cNvPr>
          <p:cNvSpPr/>
          <p:nvPr/>
        </p:nvSpPr>
        <p:spPr>
          <a:xfrm>
            <a:off x="979770" y="6627982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0C44F1BE-3AD9-7A04-6F49-45983A608479}"/>
              </a:ext>
            </a:extLst>
          </p:cNvPr>
          <p:cNvSpPr txBox="1"/>
          <p:nvPr/>
        </p:nvSpPr>
        <p:spPr>
          <a:xfrm>
            <a:off x="3096705" y="6880464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비번</a:t>
            </a:r>
          </a:p>
        </p:txBody>
      </p:sp>
      <p:sp>
        <p:nvSpPr>
          <p:cNvPr id="496" name="타원 495">
            <a:extLst>
              <a:ext uri="{FF2B5EF4-FFF2-40B4-BE49-F238E27FC236}">
                <a16:creationId xmlns:a16="http://schemas.microsoft.com/office/drawing/2014/main" id="{BF917B73-F5AF-3418-7DFA-60CEEA0CE84E}"/>
              </a:ext>
            </a:extLst>
          </p:cNvPr>
          <p:cNvSpPr/>
          <p:nvPr/>
        </p:nvSpPr>
        <p:spPr>
          <a:xfrm>
            <a:off x="3201034" y="6608597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497" name="직선 연결선 496">
            <a:extLst>
              <a:ext uri="{FF2B5EF4-FFF2-40B4-BE49-F238E27FC236}">
                <a16:creationId xmlns:a16="http://schemas.microsoft.com/office/drawing/2014/main" id="{9C6971B5-9F67-610A-A1FB-A18AE41E4C89}"/>
              </a:ext>
            </a:extLst>
          </p:cNvPr>
          <p:cNvCxnSpPr>
            <a:cxnSpLocks/>
            <a:stCxn id="492" idx="2"/>
            <a:endCxn id="494" idx="0"/>
          </p:cNvCxnSpPr>
          <p:nvPr/>
        </p:nvCxnSpPr>
        <p:spPr>
          <a:xfrm flipH="1">
            <a:off x="1918421" y="6222748"/>
            <a:ext cx="986105" cy="4052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72627A18-8B46-6A43-6A65-ABE40EB7F2F2}"/>
              </a:ext>
            </a:extLst>
          </p:cNvPr>
          <p:cNvCxnSpPr>
            <a:cxnSpLocks/>
            <a:stCxn id="492" idx="2"/>
            <a:endCxn id="496" idx="0"/>
          </p:cNvCxnSpPr>
          <p:nvPr/>
        </p:nvCxnSpPr>
        <p:spPr>
          <a:xfrm>
            <a:off x="2904526" y="6222748"/>
            <a:ext cx="1235159" cy="3858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DCB44E66-622E-566B-E69D-C33989C53A2B}"/>
              </a:ext>
            </a:extLst>
          </p:cNvPr>
          <p:cNvCxnSpPr>
            <a:cxnSpLocks/>
            <a:stCxn id="492" idx="3"/>
            <a:endCxn id="64" idx="1"/>
          </p:cNvCxnSpPr>
          <p:nvPr/>
        </p:nvCxnSpPr>
        <p:spPr>
          <a:xfrm flipV="1">
            <a:off x="4160310" y="5693459"/>
            <a:ext cx="875817" cy="2505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다이아몬드 63">
            <a:extLst>
              <a:ext uri="{FF2B5EF4-FFF2-40B4-BE49-F238E27FC236}">
                <a16:creationId xmlns:a16="http://schemas.microsoft.com/office/drawing/2014/main" id="{D4E9FB80-741C-A443-4112-F9B4BF642B14}"/>
              </a:ext>
            </a:extLst>
          </p:cNvPr>
          <p:cNvSpPr/>
          <p:nvPr/>
        </p:nvSpPr>
        <p:spPr>
          <a:xfrm>
            <a:off x="5036127" y="5096736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C67D423-6738-AD13-5221-DEA30607950B}"/>
              </a:ext>
            </a:extLst>
          </p:cNvPr>
          <p:cNvCxnSpPr>
            <a:cxnSpLocks/>
            <a:stCxn id="74" idx="2"/>
            <a:endCxn id="72" idx="3"/>
          </p:cNvCxnSpPr>
          <p:nvPr/>
        </p:nvCxnSpPr>
        <p:spPr>
          <a:xfrm flipH="1">
            <a:off x="5348536" y="4300309"/>
            <a:ext cx="4428723" cy="649286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다이아몬드 71">
            <a:extLst>
              <a:ext uri="{FF2B5EF4-FFF2-40B4-BE49-F238E27FC236}">
                <a16:creationId xmlns:a16="http://schemas.microsoft.com/office/drawing/2014/main" id="{D95C8B30-A7F5-62D6-C4F1-8E5B8EB544F3}"/>
              </a:ext>
            </a:extLst>
          </p:cNvPr>
          <p:cNvSpPr/>
          <p:nvPr/>
        </p:nvSpPr>
        <p:spPr>
          <a:xfrm>
            <a:off x="3732680" y="4352872"/>
            <a:ext cx="1615856" cy="1193445"/>
          </a:xfrm>
          <a:prstGeom prst="diamond">
            <a:avLst/>
          </a:prstGeom>
          <a:noFill/>
          <a:ln w="2540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773953D-88AC-9D26-158C-E032EB1924DB}"/>
              </a:ext>
            </a:extLst>
          </p:cNvPr>
          <p:cNvCxnSpPr>
            <a:cxnSpLocks/>
            <a:stCxn id="57" idx="2"/>
            <a:endCxn id="72" idx="1"/>
          </p:cNvCxnSpPr>
          <p:nvPr/>
        </p:nvCxnSpPr>
        <p:spPr>
          <a:xfrm>
            <a:off x="3554952" y="3073668"/>
            <a:ext cx="177728" cy="18759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다이아몬드 78">
            <a:extLst>
              <a:ext uri="{FF2B5EF4-FFF2-40B4-BE49-F238E27FC236}">
                <a16:creationId xmlns:a16="http://schemas.microsoft.com/office/drawing/2014/main" id="{22C50CD7-D536-151B-2934-4AC5DC2D23E3}"/>
              </a:ext>
            </a:extLst>
          </p:cNvPr>
          <p:cNvSpPr/>
          <p:nvPr/>
        </p:nvSpPr>
        <p:spPr>
          <a:xfrm>
            <a:off x="6292754" y="6946209"/>
            <a:ext cx="1615856" cy="1193445"/>
          </a:xfrm>
          <a:prstGeom prst="diamond">
            <a:avLst/>
          </a:prstGeom>
          <a:noFill/>
          <a:ln w="127000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3DEEDA19-981A-F21F-6C65-DE78BBC03562}"/>
              </a:ext>
            </a:extLst>
          </p:cNvPr>
          <p:cNvCxnSpPr>
            <a:cxnSpLocks/>
            <a:stCxn id="74" idx="2"/>
            <a:endCxn id="79" idx="3"/>
          </p:cNvCxnSpPr>
          <p:nvPr/>
        </p:nvCxnSpPr>
        <p:spPr>
          <a:xfrm flipH="1">
            <a:off x="7908610" y="4300309"/>
            <a:ext cx="1868649" cy="32426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0D69B39-B50C-6A06-08C2-4BC84C086DC3}"/>
              </a:ext>
            </a:extLst>
          </p:cNvPr>
          <p:cNvSpPr txBox="1"/>
          <p:nvPr/>
        </p:nvSpPr>
        <p:spPr>
          <a:xfrm>
            <a:off x="5184799" y="5442084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81E8B5C-EEC2-CB9B-418D-30DFCE9E9553}"/>
              </a:ext>
            </a:extLst>
          </p:cNvPr>
          <p:cNvSpPr txBox="1"/>
          <p:nvPr/>
        </p:nvSpPr>
        <p:spPr>
          <a:xfrm>
            <a:off x="3902990" y="4692293"/>
            <a:ext cx="1207236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등록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49AE6B1-8F8A-2C0A-649A-AB1A8071B386}"/>
              </a:ext>
            </a:extLst>
          </p:cNvPr>
          <p:cNvSpPr txBox="1"/>
          <p:nvPr/>
        </p:nvSpPr>
        <p:spPr>
          <a:xfrm>
            <a:off x="3739592" y="3107470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6B292C0-5AA8-AAB1-C176-1B4178314719}"/>
              </a:ext>
            </a:extLst>
          </p:cNvPr>
          <p:cNvSpPr txBox="1"/>
          <p:nvPr/>
        </p:nvSpPr>
        <p:spPr>
          <a:xfrm>
            <a:off x="8141620" y="4146839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m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59525A-C090-AB83-21F7-42D669B29FF7}"/>
              </a:ext>
            </a:extLst>
          </p:cNvPr>
          <p:cNvSpPr txBox="1"/>
          <p:nvPr/>
        </p:nvSpPr>
        <p:spPr>
          <a:xfrm>
            <a:off x="4230960" y="5821283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950BDDF-ABCE-68AA-8DD0-F5611E4A0730}"/>
              </a:ext>
            </a:extLst>
          </p:cNvPr>
          <p:cNvSpPr txBox="1"/>
          <p:nvPr/>
        </p:nvSpPr>
        <p:spPr>
          <a:xfrm>
            <a:off x="9427280" y="4865787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D0C8555-0ED9-839A-1A88-42DC2FC29523}"/>
              </a:ext>
            </a:extLst>
          </p:cNvPr>
          <p:cNvSpPr txBox="1"/>
          <p:nvPr/>
        </p:nvSpPr>
        <p:spPr>
          <a:xfrm>
            <a:off x="8560595" y="4381904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661AFF8-B394-7879-2B48-0E3218B8C0AF}"/>
              </a:ext>
            </a:extLst>
          </p:cNvPr>
          <p:cNvSpPr txBox="1"/>
          <p:nvPr/>
        </p:nvSpPr>
        <p:spPr>
          <a:xfrm>
            <a:off x="10283898" y="4467904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2E90E5A8-D033-124A-04A0-E792F1DD6AF1}"/>
              </a:ext>
            </a:extLst>
          </p:cNvPr>
          <p:cNvSpPr txBox="1"/>
          <p:nvPr/>
        </p:nvSpPr>
        <p:spPr>
          <a:xfrm>
            <a:off x="14596223" y="7661527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914F4D2-1FCB-63BB-23A0-D8DB2D9E2D9C}"/>
              </a:ext>
            </a:extLst>
          </p:cNvPr>
          <p:cNvSpPr txBox="1"/>
          <p:nvPr/>
        </p:nvSpPr>
        <p:spPr>
          <a:xfrm>
            <a:off x="11067824" y="336080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4B097256-5BAA-F33A-45FA-2D4B914EEC9F}"/>
              </a:ext>
            </a:extLst>
          </p:cNvPr>
          <p:cNvSpPr/>
          <p:nvPr/>
        </p:nvSpPr>
        <p:spPr>
          <a:xfrm>
            <a:off x="19456656" y="933375"/>
            <a:ext cx="1165321" cy="8716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6A30AC89-1683-6E40-16FA-026106E2B2E0}"/>
              </a:ext>
            </a:extLst>
          </p:cNvPr>
          <p:cNvSpPr/>
          <p:nvPr/>
        </p:nvSpPr>
        <p:spPr>
          <a:xfrm>
            <a:off x="18180029" y="924704"/>
            <a:ext cx="1165321" cy="8716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B10D6D6C-5243-38A1-2CFB-8AD88D56443D}"/>
              </a:ext>
            </a:extLst>
          </p:cNvPr>
          <p:cNvCxnSpPr>
            <a:cxnSpLocks/>
            <a:stCxn id="34" idx="0"/>
            <a:endCxn id="133" idx="4"/>
          </p:cNvCxnSpPr>
          <p:nvPr/>
        </p:nvCxnSpPr>
        <p:spPr>
          <a:xfrm flipH="1" flipV="1">
            <a:off x="18762689" y="1796308"/>
            <a:ext cx="810491" cy="5857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C2A53157-876A-FB4F-D32D-88416B0F7AD9}"/>
              </a:ext>
            </a:extLst>
          </p:cNvPr>
          <p:cNvCxnSpPr>
            <a:cxnSpLocks/>
            <a:stCxn id="34" idx="0"/>
            <a:endCxn id="130" idx="4"/>
          </p:cNvCxnSpPr>
          <p:nvPr/>
        </p:nvCxnSpPr>
        <p:spPr>
          <a:xfrm flipV="1">
            <a:off x="19573180" y="1804979"/>
            <a:ext cx="466137" cy="5771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B4C2BD0-BA4D-7C07-3604-481946E217F6}"/>
              </a:ext>
            </a:extLst>
          </p:cNvPr>
          <p:cNvSpPr txBox="1"/>
          <p:nvPr/>
        </p:nvSpPr>
        <p:spPr>
          <a:xfrm>
            <a:off x="17777883" y="1143767"/>
            <a:ext cx="1942988" cy="383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89" dirty="0"/>
              <a:t>열 번호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93059B9-9A63-8A62-5F1B-F0BE1FCEB62B}"/>
              </a:ext>
            </a:extLst>
          </p:cNvPr>
          <p:cNvSpPr txBox="1"/>
          <p:nvPr/>
        </p:nvSpPr>
        <p:spPr>
          <a:xfrm>
            <a:off x="19056387" y="1166002"/>
            <a:ext cx="1942988" cy="383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89" dirty="0"/>
              <a:t>배열 번호</a:t>
            </a:r>
          </a:p>
        </p:txBody>
      </p:sp>
    </p:spTree>
    <p:extLst>
      <p:ext uri="{BB962C8B-B14F-4D97-AF65-F5344CB8AC3E}">
        <p14:creationId xmlns:p14="http://schemas.microsoft.com/office/powerpoint/2010/main" val="393703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37998-8B56-6A92-783C-53DC9C385556}"/>
              </a:ext>
            </a:extLst>
          </p:cNvPr>
          <p:cNvSpPr txBox="1"/>
          <p:nvPr/>
        </p:nvSpPr>
        <p:spPr>
          <a:xfrm>
            <a:off x="8652997" y="5646659"/>
            <a:ext cx="2511569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관리자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714D5-05BA-F621-468E-9961C3445CB2}"/>
              </a:ext>
            </a:extLst>
          </p:cNvPr>
          <p:cNvSpPr txBox="1"/>
          <p:nvPr/>
        </p:nvSpPr>
        <p:spPr>
          <a:xfrm>
            <a:off x="7940770" y="6802351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아이디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4E343EB-B911-4623-0CEF-8E6144300B5C}"/>
              </a:ext>
            </a:extLst>
          </p:cNvPr>
          <p:cNvSpPr/>
          <p:nvPr/>
        </p:nvSpPr>
        <p:spPr>
          <a:xfrm>
            <a:off x="7984026" y="6609290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536E3-7723-DC2A-47A3-8036DB03806A}"/>
              </a:ext>
            </a:extLst>
          </p:cNvPr>
          <p:cNvSpPr txBox="1"/>
          <p:nvPr/>
        </p:nvSpPr>
        <p:spPr>
          <a:xfrm>
            <a:off x="10205288" y="6847798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비번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0A8A83F-5AF6-A59C-EE55-A46ECBF0B1DE}"/>
              </a:ext>
            </a:extLst>
          </p:cNvPr>
          <p:cNvSpPr/>
          <p:nvPr/>
        </p:nvSpPr>
        <p:spPr>
          <a:xfrm>
            <a:off x="10205290" y="6589904"/>
            <a:ext cx="1877301" cy="10162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DAB60FE-3F58-1721-CB92-2F54D09B1BF0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8922677" y="6204056"/>
            <a:ext cx="986105" cy="4052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D022EB6-F1B1-8780-E127-AD761B43D38A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9908782" y="6204056"/>
            <a:ext cx="1235159" cy="385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E29AF93-9464-02A8-69DD-C5A8128CAB06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6740589" y="5925358"/>
            <a:ext cx="1912408" cy="52568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1017FE-D72C-B80B-54A2-4B5DB326A85B}"/>
              </a:ext>
            </a:extLst>
          </p:cNvPr>
          <p:cNvSpPr txBox="1"/>
          <p:nvPr/>
        </p:nvSpPr>
        <p:spPr>
          <a:xfrm>
            <a:off x="8264867" y="554428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AEADB09-DAFA-EE94-0A1F-F9FC2EDC1E9A}"/>
              </a:ext>
            </a:extLst>
          </p:cNvPr>
          <p:cNvCxnSpPr>
            <a:cxnSpLocks/>
            <a:stCxn id="2" idx="3"/>
            <a:endCxn id="12" idx="0"/>
          </p:cNvCxnSpPr>
          <p:nvPr/>
        </p:nvCxnSpPr>
        <p:spPr>
          <a:xfrm>
            <a:off x="11164566" y="5925358"/>
            <a:ext cx="2046472" cy="3529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0961ABA7-69F1-22EB-8F3C-BEE871BBD6AC}"/>
              </a:ext>
            </a:extLst>
          </p:cNvPr>
          <p:cNvSpPr/>
          <p:nvPr/>
        </p:nvSpPr>
        <p:spPr>
          <a:xfrm>
            <a:off x="12403110" y="6278262"/>
            <a:ext cx="1615856" cy="119344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EDE586-68FA-3BF4-80DA-AE2B3D5C6DCC}"/>
              </a:ext>
            </a:extLst>
          </p:cNvPr>
          <p:cNvSpPr txBox="1"/>
          <p:nvPr/>
        </p:nvSpPr>
        <p:spPr>
          <a:xfrm>
            <a:off x="12356885" y="6657446"/>
            <a:ext cx="1747289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승인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5A5AF-BC6A-E56C-7015-2944D4A6D257}"/>
              </a:ext>
            </a:extLst>
          </p:cNvPr>
          <p:cNvSpPr txBox="1"/>
          <p:nvPr/>
        </p:nvSpPr>
        <p:spPr>
          <a:xfrm>
            <a:off x="11213528" y="5428413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1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610F80-9B26-8E20-EA1E-F42537008685}"/>
              </a:ext>
            </a:extLst>
          </p:cNvPr>
          <p:cNvSpPr txBox="1"/>
          <p:nvPr/>
        </p:nvSpPr>
        <p:spPr>
          <a:xfrm>
            <a:off x="8043456" y="3875456"/>
            <a:ext cx="2925157" cy="5573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22" b="1" dirty="0"/>
              <a:t>영화</a:t>
            </a:r>
            <a:endParaRPr lang="en-US" altLang="ko-KR" sz="3022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453D60-EE3F-FAB5-52B5-B0892E597D11}"/>
              </a:ext>
            </a:extLst>
          </p:cNvPr>
          <p:cNvSpPr txBox="1"/>
          <p:nvPr/>
        </p:nvSpPr>
        <p:spPr>
          <a:xfrm>
            <a:off x="8829171" y="2655775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감독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F7969DB-B140-8DF8-0943-5F5CB62328FF}"/>
              </a:ext>
            </a:extLst>
          </p:cNvPr>
          <p:cNvSpPr/>
          <p:nvPr/>
        </p:nvSpPr>
        <p:spPr>
          <a:xfrm>
            <a:off x="9030377" y="2396299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34D3D1D-4BA5-D0A4-2CC4-4D68D8875421}"/>
              </a:ext>
            </a:extLst>
          </p:cNvPr>
          <p:cNvSpPr/>
          <p:nvPr/>
        </p:nvSpPr>
        <p:spPr>
          <a:xfrm>
            <a:off x="7551136" y="2536432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5A1E29-AD87-5C65-674F-AA29ACCD386A}"/>
              </a:ext>
            </a:extLst>
          </p:cNvPr>
          <p:cNvSpPr txBox="1"/>
          <p:nvPr/>
        </p:nvSpPr>
        <p:spPr>
          <a:xfrm>
            <a:off x="6195615" y="3338679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u="sng" dirty="0"/>
              <a:t>고유번호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98D7140-3B83-AB26-6B50-A6CF14453B03}"/>
              </a:ext>
            </a:extLst>
          </p:cNvPr>
          <p:cNvSpPr/>
          <p:nvPr/>
        </p:nvSpPr>
        <p:spPr>
          <a:xfrm>
            <a:off x="6476495" y="316299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F2A090-80D6-4511-917D-C0A707D66A73}"/>
              </a:ext>
            </a:extLst>
          </p:cNvPr>
          <p:cNvSpPr txBox="1"/>
          <p:nvPr/>
        </p:nvSpPr>
        <p:spPr>
          <a:xfrm>
            <a:off x="10987006" y="4076780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영화제목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5F461FE7-BF57-87C0-23BB-1336484FFF0A}"/>
              </a:ext>
            </a:extLst>
          </p:cNvPr>
          <p:cNvSpPr/>
          <p:nvPr/>
        </p:nvSpPr>
        <p:spPr>
          <a:xfrm>
            <a:off x="11208101" y="3842488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2458F2-5F2B-5FC9-B470-489DB7739865}"/>
              </a:ext>
            </a:extLst>
          </p:cNvPr>
          <p:cNvSpPr txBox="1"/>
          <p:nvPr/>
        </p:nvSpPr>
        <p:spPr>
          <a:xfrm>
            <a:off x="11974637" y="3238486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포스터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B134072-78E3-AFF9-C3C3-C988DB5D5A26}"/>
              </a:ext>
            </a:extLst>
          </p:cNvPr>
          <p:cNvSpPr/>
          <p:nvPr/>
        </p:nvSpPr>
        <p:spPr>
          <a:xfrm>
            <a:off x="12243455" y="299279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3096AD-1866-B269-9C78-3D0CC7EB01BF}"/>
              </a:ext>
            </a:extLst>
          </p:cNvPr>
          <p:cNvSpPr txBox="1"/>
          <p:nvPr/>
        </p:nvSpPr>
        <p:spPr>
          <a:xfrm>
            <a:off x="10599175" y="2573277"/>
            <a:ext cx="1942988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주연배우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AAD8AEAD-E93E-BCDE-B283-D2E15E215DEF}"/>
              </a:ext>
            </a:extLst>
          </p:cNvPr>
          <p:cNvSpPr/>
          <p:nvPr/>
        </p:nvSpPr>
        <p:spPr>
          <a:xfrm>
            <a:off x="10772159" y="2327307"/>
            <a:ext cx="1425236" cy="95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56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C92AB2B-3CC6-A9C7-8DB9-52DF0F8A82FF}"/>
              </a:ext>
            </a:extLst>
          </p:cNvPr>
          <p:cNvCxnSpPr>
            <a:cxnSpLocks/>
            <a:stCxn id="36" idx="0"/>
            <a:endCxn id="41" idx="6"/>
          </p:cNvCxnSpPr>
          <p:nvPr/>
        </p:nvCxnSpPr>
        <p:spPr>
          <a:xfrm flipH="1" flipV="1">
            <a:off x="7901731" y="3639213"/>
            <a:ext cx="1604304" cy="2362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A6595F2-8A94-8201-6DAD-F6BB7EC6CE0C}"/>
              </a:ext>
            </a:extLst>
          </p:cNvPr>
          <p:cNvCxnSpPr>
            <a:cxnSpLocks/>
            <a:stCxn id="36" idx="3"/>
            <a:endCxn id="43" idx="2"/>
          </p:cNvCxnSpPr>
          <p:nvPr/>
        </p:nvCxnSpPr>
        <p:spPr>
          <a:xfrm>
            <a:off x="10968613" y="4154155"/>
            <a:ext cx="239488" cy="16454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299BBC2-CDF6-D7B4-DA5A-A1C62699D996}"/>
              </a:ext>
            </a:extLst>
          </p:cNvPr>
          <p:cNvCxnSpPr>
            <a:cxnSpLocks/>
            <a:stCxn id="36" idx="0"/>
            <a:endCxn id="45" idx="1"/>
          </p:cNvCxnSpPr>
          <p:nvPr/>
        </p:nvCxnSpPr>
        <p:spPr>
          <a:xfrm flipV="1">
            <a:off x="9506035" y="3132277"/>
            <a:ext cx="2946141" cy="7431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8BD831-D53B-2D2B-6B14-1E356562ED08}"/>
              </a:ext>
            </a:extLst>
          </p:cNvPr>
          <p:cNvSpPr txBox="1"/>
          <p:nvPr/>
        </p:nvSpPr>
        <p:spPr>
          <a:xfrm>
            <a:off x="7544053" y="2813203"/>
            <a:ext cx="1491620" cy="49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44" dirty="0"/>
              <a:t>장르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1E21A927-A831-5843-F836-36F9A8E525C4}"/>
              </a:ext>
            </a:extLst>
          </p:cNvPr>
          <p:cNvCxnSpPr>
            <a:cxnSpLocks/>
            <a:stCxn id="39" idx="4"/>
            <a:endCxn id="36" idx="0"/>
          </p:cNvCxnSpPr>
          <p:nvPr/>
        </p:nvCxnSpPr>
        <p:spPr>
          <a:xfrm>
            <a:off x="8263754" y="3488864"/>
            <a:ext cx="1242281" cy="38659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3073BEF-3EAE-3829-5877-977088D449CC}"/>
              </a:ext>
            </a:extLst>
          </p:cNvPr>
          <p:cNvCxnSpPr>
            <a:cxnSpLocks/>
            <a:stCxn id="38" idx="4"/>
            <a:endCxn id="36" idx="0"/>
          </p:cNvCxnSpPr>
          <p:nvPr/>
        </p:nvCxnSpPr>
        <p:spPr>
          <a:xfrm flipH="1">
            <a:off x="9506035" y="3348731"/>
            <a:ext cx="236960" cy="5267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A30C71F-69F6-427B-D05A-0B88C2554639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>
          <a:xfrm flipH="1">
            <a:off x="9506035" y="2803523"/>
            <a:ext cx="1266124" cy="1071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59D4E21-A2DE-FA1C-238F-FF2A8656016D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6465875" y="4154155"/>
            <a:ext cx="1577581" cy="10016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273C57-CA8A-4466-6478-638775FADC04}"/>
              </a:ext>
            </a:extLst>
          </p:cNvPr>
          <p:cNvSpPr txBox="1"/>
          <p:nvPr/>
        </p:nvSpPr>
        <p:spPr>
          <a:xfrm>
            <a:off x="7640096" y="4180648"/>
            <a:ext cx="403361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44" dirty="0">
                <a:solidFill>
                  <a:srgbClr val="FF66FF"/>
                </a:solidFill>
              </a:rPr>
              <a:t>n</a:t>
            </a:r>
            <a:endParaRPr lang="ko-KR" altLang="en-US" sz="2644" dirty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17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260" y="9490057"/>
            <a:ext cx="17271004" cy="148722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170173" y="4512649"/>
            <a:ext cx="9271171" cy="171510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194" spc="-283" dirty="0">
                <a:solidFill>
                  <a:srgbClr val="595959"/>
                </a:solidFill>
                <a:ea typeface="S-Core Dream 5 Medium"/>
              </a:rPr>
              <a:t>감사합니다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925780" y="10257657"/>
            <a:ext cx="6836439" cy="2398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077180" y="6839437"/>
            <a:ext cx="5445164" cy="115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3778" spc="-94" dirty="0">
                <a:solidFill>
                  <a:srgbClr val="9E9E9E"/>
                </a:solidFill>
                <a:latin typeface="S-Core Dream 3 Light"/>
              </a:rPr>
              <a:t>20204077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3778" spc="-94" dirty="0">
                <a:solidFill>
                  <a:srgbClr val="9E9E9E"/>
                </a:solidFill>
                <a:latin typeface="S-Core Dream 3 Light"/>
              </a:rPr>
              <a:t>유동균</a:t>
            </a:r>
            <a:endParaRPr lang="en-US" sz="3778" spc="-94" dirty="0">
              <a:solidFill>
                <a:srgbClr val="9E9E9E"/>
              </a:solidFill>
              <a:latin typeface="S-Core Dream 3 Light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42" y="6539593"/>
            <a:ext cx="9139240" cy="2398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9918" y="3888974"/>
            <a:ext cx="455763" cy="455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3711</TotalTime>
  <Words>369</Words>
  <Application>Microsoft Office PowerPoint</Application>
  <PresentationFormat>사용자 지정</PresentationFormat>
  <Paragraphs>202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S-Core Dream 3 Light</vt:lpstr>
      <vt:lpstr>S-Core Dream 5 Medium</vt:lpstr>
      <vt:lpstr>S-Core Dream 7 ExtraBold</vt:lpstr>
      <vt:lpstr>맑은 고딕</vt:lpstr>
      <vt:lpstr>Arial</vt:lpstr>
      <vt:lpstr>Calibri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유동균</cp:lastModifiedBy>
  <cp:revision>10</cp:revision>
  <dcterms:created xsi:type="dcterms:W3CDTF">2006-08-16T00:00:00Z</dcterms:created>
  <dcterms:modified xsi:type="dcterms:W3CDTF">2024-11-08T13:14:44Z</dcterms:modified>
</cp:coreProperties>
</file>